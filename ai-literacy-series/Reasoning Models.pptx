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29"/>
  </p:notesMasterIdLst>
  <p:sldIdLst>
    <p:sldId id="290" r:id="rId3"/>
    <p:sldId id="291" r:id="rId4"/>
    <p:sldId id="262" r:id="rId5"/>
    <p:sldId id="263" r:id="rId6"/>
    <p:sldId id="275" r:id="rId7"/>
    <p:sldId id="277" r:id="rId8"/>
    <p:sldId id="276" r:id="rId9"/>
    <p:sldId id="278" r:id="rId10"/>
    <p:sldId id="279" r:id="rId11"/>
    <p:sldId id="515" r:id="rId12"/>
    <p:sldId id="512" r:id="rId13"/>
    <p:sldId id="516" r:id="rId14"/>
    <p:sldId id="518" r:id="rId15"/>
    <p:sldId id="517" r:id="rId16"/>
    <p:sldId id="524" r:id="rId17"/>
    <p:sldId id="519" r:id="rId18"/>
    <p:sldId id="514" r:id="rId19"/>
    <p:sldId id="280" r:id="rId20"/>
    <p:sldId id="520" r:id="rId21"/>
    <p:sldId id="285" r:id="rId22"/>
    <p:sldId id="267" r:id="rId23"/>
    <p:sldId id="286" r:id="rId24"/>
    <p:sldId id="287" r:id="rId25"/>
    <p:sldId id="288" r:id="rId26"/>
    <p:sldId id="289" r:id="rId27"/>
    <p:sldId id="28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594"/>
    <p:restoredTop sz="94614"/>
  </p:normalViewPr>
  <p:slideViewPr>
    <p:cSldViewPr snapToGrid="0">
      <p:cViewPr varScale="1">
        <p:scale>
          <a:sx n="50" d="100"/>
          <a:sy n="50" d="100"/>
        </p:scale>
        <p:origin x="192"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diagrams/_rels/data11.xml.rels><?xml version="1.0" encoding="UTF-8" standalone="yes"?>
<Relationships xmlns="http://schemas.openxmlformats.org/package/2006/relationships"><Relationship Id="rId1" Type="http://schemas.openxmlformats.org/officeDocument/2006/relationships/hyperlink" Target="https://arxiv.org/abs/2403.00504" TargetMode="External"/></Relationships>
</file>

<file path=ppt/diagrams/_rels/drawing11.xml.rels><?xml version="1.0" encoding="UTF-8" standalone="yes"?>
<Relationships xmlns="http://schemas.openxmlformats.org/package/2006/relationships"><Relationship Id="rId1" Type="http://schemas.openxmlformats.org/officeDocument/2006/relationships/hyperlink" Target="https://arxiv.org/abs/2403.00504"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B58139-2466-4881-B7ED-194514E24B9E}" type="doc">
      <dgm:prSet loTypeId="urn:microsoft.com/office/officeart/2017/3/layout/DropPinTimeline" loCatId="process" qsTypeId="urn:microsoft.com/office/officeart/2005/8/quickstyle/simple1" qsCatId="simple" csTypeId="urn:microsoft.com/office/officeart/2005/8/colors/colorful2" csCatId="colorful" phldr="1"/>
      <dgm:spPr/>
      <dgm:t>
        <a:bodyPr/>
        <a:lstStyle/>
        <a:p>
          <a:endParaRPr lang="en-US"/>
        </a:p>
      </dgm:t>
    </dgm:pt>
    <dgm:pt modelId="{8ED159F2-C07A-4433-969E-BA28DE66E99B}">
      <dgm:prSet/>
      <dgm:spPr/>
      <dgm:t>
        <a:bodyPr/>
        <a:lstStyle/>
        <a:p>
          <a:pPr>
            <a:defRPr b="1"/>
          </a:pPr>
          <a:r>
            <a:rPr lang="en-US"/>
            <a:t>15 Oct.</a:t>
          </a:r>
        </a:p>
      </dgm:t>
    </dgm:pt>
    <dgm:pt modelId="{72608442-0D39-4121-B06E-29EEA0E1D6A0}" type="parTrans" cxnId="{04FE98C8-3DF6-44BC-834F-CCBD19EAE395}">
      <dgm:prSet/>
      <dgm:spPr/>
      <dgm:t>
        <a:bodyPr/>
        <a:lstStyle/>
        <a:p>
          <a:endParaRPr lang="en-US"/>
        </a:p>
      </dgm:t>
    </dgm:pt>
    <dgm:pt modelId="{3C855570-E43B-4D16-9933-1C57392E28AF}" type="sibTrans" cxnId="{04FE98C8-3DF6-44BC-834F-CCBD19EAE395}">
      <dgm:prSet/>
      <dgm:spPr/>
      <dgm:t>
        <a:bodyPr/>
        <a:lstStyle/>
        <a:p>
          <a:endParaRPr lang="en-US"/>
        </a:p>
      </dgm:t>
    </dgm:pt>
    <dgm:pt modelId="{B0522956-FFD2-4151-8667-85190FDE50C7}">
      <dgm:prSet/>
      <dgm:spPr/>
      <dgm:t>
        <a:bodyPr/>
        <a:lstStyle/>
        <a:p>
          <a:r>
            <a:rPr lang="en-US"/>
            <a:t>Introduction, Prompt Engineering</a:t>
          </a:r>
        </a:p>
      </dgm:t>
    </dgm:pt>
    <dgm:pt modelId="{A6E3DB7E-60A7-430B-9EA4-B8D88031A2C8}" type="parTrans" cxnId="{9482CE99-C15D-4C5C-BA5E-33F468A6C8BC}">
      <dgm:prSet/>
      <dgm:spPr/>
      <dgm:t>
        <a:bodyPr/>
        <a:lstStyle/>
        <a:p>
          <a:endParaRPr lang="en-US"/>
        </a:p>
      </dgm:t>
    </dgm:pt>
    <dgm:pt modelId="{34D5FB3A-C8C9-412E-8BAE-F8EB67CF2710}" type="sibTrans" cxnId="{9482CE99-C15D-4C5C-BA5E-33F468A6C8BC}">
      <dgm:prSet/>
      <dgm:spPr/>
      <dgm:t>
        <a:bodyPr/>
        <a:lstStyle/>
        <a:p>
          <a:endParaRPr lang="en-US"/>
        </a:p>
      </dgm:t>
    </dgm:pt>
    <dgm:pt modelId="{EB023D57-D6F7-4DCB-8EA0-642CDE5144E7}">
      <dgm:prSet/>
      <dgm:spPr/>
      <dgm:t>
        <a:bodyPr/>
        <a:lstStyle/>
        <a:p>
          <a:pPr>
            <a:defRPr b="1"/>
          </a:pPr>
          <a:r>
            <a:rPr lang="en-US"/>
            <a:t>22 Oct.</a:t>
          </a:r>
        </a:p>
      </dgm:t>
    </dgm:pt>
    <dgm:pt modelId="{F97F7F50-E97E-4A5C-A46C-A0C06A967CA0}" type="parTrans" cxnId="{359469AB-8E52-4D0F-92FD-2F8B846BEF59}">
      <dgm:prSet/>
      <dgm:spPr/>
      <dgm:t>
        <a:bodyPr/>
        <a:lstStyle/>
        <a:p>
          <a:endParaRPr lang="en-US"/>
        </a:p>
      </dgm:t>
    </dgm:pt>
    <dgm:pt modelId="{1FCB6732-7ED9-45A6-9E56-F78E4399A5F6}" type="sibTrans" cxnId="{359469AB-8E52-4D0F-92FD-2F8B846BEF59}">
      <dgm:prSet/>
      <dgm:spPr/>
      <dgm:t>
        <a:bodyPr/>
        <a:lstStyle/>
        <a:p>
          <a:endParaRPr lang="en-US"/>
        </a:p>
      </dgm:t>
    </dgm:pt>
    <dgm:pt modelId="{97D5D01A-E599-4877-9DD3-E40DCAA4D482}">
      <dgm:prSet/>
      <dgm:spPr/>
      <dgm:t>
        <a:bodyPr/>
        <a:lstStyle/>
        <a:p>
          <a:r>
            <a:rPr lang="en-US" dirty="0"/>
            <a:t>LLMs for Scientific Discovery, Reasoning Models</a:t>
          </a:r>
        </a:p>
      </dgm:t>
    </dgm:pt>
    <dgm:pt modelId="{A9252FE7-7717-4A79-B1DB-EF636605D807}" type="parTrans" cxnId="{068AC11B-0160-4DEC-8636-09B1ADFF3CC6}">
      <dgm:prSet/>
      <dgm:spPr/>
      <dgm:t>
        <a:bodyPr/>
        <a:lstStyle/>
        <a:p>
          <a:endParaRPr lang="en-US"/>
        </a:p>
      </dgm:t>
    </dgm:pt>
    <dgm:pt modelId="{78DBF127-99F2-440B-BDA1-9031706E990F}" type="sibTrans" cxnId="{068AC11B-0160-4DEC-8636-09B1ADFF3CC6}">
      <dgm:prSet/>
      <dgm:spPr/>
      <dgm:t>
        <a:bodyPr/>
        <a:lstStyle/>
        <a:p>
          <a:endParaRPr lang="en-US"/>
        </a:p>
      </dgm:t>
    </dgm:pt>
    <dgm:pt modelId="{6D7DA8ED-A52E-4B69-89D5-1FAB0D75AED0}">
      <dgm:prSet/>
      <dgm:spPr/>
      <dgm:t>
        <a:bodyPr/>
        <a:lstStyle/>
        <a:p>
          <a:pPr>
            <a:defRPr b="1"/>
          </a:pPr>
          <a:r>
            <a:rPr lang="en-US"/>
            <a:t>12 Nov.</a:t>
          </a:r>
        </a:p>
      </dgm:t>
    </dgm:pt>
    <dgm:pt modelId="{D3CC0B17-9E7B-487B-B757-B9B37E599F4A}" type="parTrans" cxnId="{590808D4-7067-4174-86EA-489EC8DA0D83}">
      <dgm:prSet/>
      <dgm:spPr/>
      <dgm:t>
        <a:bodyPr/>
        <a:lstStyle/>
        <a:p>
          <a:endParaRPr lang="en-US"/>
        </a:p>
      </dgm:t>
    </dgm:pt>
    <dgm:pt modelId="{FA72A9D3-407E-4696-8553-F91397B1038A}" type="sibTrans" cxnId="{590808D4-7067-4174-86EA-489EC8DA0D83}">
      <dgm:prSet/>
      <dgm:spPr/>
      <dgm:t>
        <a:bodyPr/>
        <a:lstStyle/>
        <a:p>
          <a:endParaRPr lang="en-US"/>
        </a:p>
      </dgm:t>
    </dgm:pt>
    <dgm:pt modelId="{1DAA40D3-EBA4-4864-8108-4A69B3F8FAC1}">
      <dgm:prSet/>
      <dgm:spPr/>
      <dgm:t>
        <a:bodyPr/>
        <a:lstStyle/>
        <a:p>
          <a:r>
            <a:rPr lang="en-US"/>
            <a:t>LLMs for Qualitative Research</a:t>
          </a:r>
        </a:p>
      </dgm:t>
    </dgm:pt>
    <dgm:pt modelId="{40745B6C-B596-42ED-ADD8-0D1695CD1EA6}" type="parTrans" cxnId="{E57D8044-9830-4304-BE41-A23654EB9FFC}">
      <dgm:prSet/>
      <dgm:spPr/>
      <dgm:t>
        <a:bodyPr/>
        <a:lstStyle/>
        <a:p>
          <a:endParaRPr lang="en-US"/>
        </a:p>
      </dgm:t>
    </dgm:pt>
    <dgm:pt modelId="{9DABBBBF-C46C-457C-BE6C-758EFF2CDC92}" type="sibTrans" cxnId="{E57D8044-9830-4304-BE41-A23654EB9FFC}">
      <dgm:prSet/>
      <dgm:spPr/>
      <dgm:t>
        <a:bodyPr/>
        <a:lstStyle/>
        <a:p>
          <a:endParaRPr lang="en-US"/>
        </a:p>
      </dgm:t>
    </dgm:pt>
    <dgm:pt modelId="{B0A1B852-835B-774D-A39A-BB6B23C823FE}" type="pres">
      <dgm:prSet presAssocID="{A2B58139-2466-4881-B7ED-194514E24B9E}" presName="root" presStyleCnt="0">
        <dgm:presLayoutVars>
          <dgm:chMax/>
          <dgm:chPref/>
          <dgm:animLvl val="lvl"/>
        </dgm:presLayoutVars>
      </dgm:prSet>
      <dgm:spPr/>
    </dgm:pt>
    <dgm:pt modelId="{C17D6892-AE7B-4E43-BE72-2E62BC404FB5}" type="pres">
      <dgm:prSet presAssocID="{A2B58139-2466-4881-B7ED-194514E24B9E}" presName="divider" presStyleLbl="fgAcc1" presStyleIdx="0" presStyleCnt="4"/>
      <dgm:spPr>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gm:spPr>
    </dgm:pt>
    <dgm:pt modelId="{BF203330-32D9-434E-AE8C-483AB62801DC}" type="pres">
      <dgm:prSet presAssocID="{A2B58139-2466-4881-B7ED-194514E24B9E}" presName="nodes" presStyleCnt="0">
        <dgm:presLayoutVars>
          <dgm:chMax/>
          <dgm:chPref/>
          <dgm:animLvl val="lvl"/>
        </dgm:presLayoutVars>
      </dgm:prSet>
      <dgm:spPr/>
    </dgm:pt>
    <dgm:pt modelId="{1728AB49-22B1-F94E-89F3-A6304037C6E3}" type="pres">
      <dgm:prSet presAssocID="{8ED159F2-C07A-4433-969E-BA28DE66E99B}" presName="composite" presStyleCnt="0"/>
      <dgm:spPr/>
    </dgm:pt>
    <dgm:pt modelId="{33E87340-3E19-CE44-8FBB-D0352BEB545B}" type="pres">
      <dgm:prSet presAssocID="{8ED159F2-C07A-4433-969E-BA28DE66E99B}" presName="ConnectorPoint" presStyleLbl="lnNode1" presStyleIdx="0" presStyleCnt="3"/>
      <dgm:spPr>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3DCAC880-EEEB-DE41-9D44-7036B31CC68A}" type="pres">
      <dgm:prSet presAssocID="{8ED159F2-C07A-4433-969E-BA28DE66E99B}" presName="DropPinPlaceHolder" presStyleCnt="0"/>
      <dgm:spPr/>
    </dgm:pt>
    <dgm:pt modelId="{CEADA122-3E65-7545-A3E0-1F02D9119428}" type="pres">
      <dgm:prSet presAssocID="{8ED159F2-C07A-4433-969E-BA28DE66E99B}" presName="DropPin" presStyleLbl="alignNode1" presStyleIdx="0" presStyleCnt="3"/>
      <dgm:spPr/>
    </dgm:pt>
    <dgm:pt modelId="{2B3DB2D9-204A-754F-91EC-1F7F093FF397}" type="pres">
      <dgm:prSet presAssocID="{8ED159F2-C07A-4433-969E-BA28DE66E99B}" presName="Ellipse" presStyleLbl="fgAcc1" presStyleIdx="1" presStyleCnt="4"/>
      <dgm:spPr>
        <a:solidFill>
          <a:schemeClr val="lt1">
            <a:alpha val="90000"/>
            <a:hueOff val="0"/>
            <a:satOff val="0"/>
            <a:lumOff val="0"/>
            <a:alphaOff val="0"/>
          </a:schemeClr>
        </a:solidFill>
        <a:ln w="19050" cap="flat" cmpd="sng" algn="ctr">
          <a:noFill/>
          <a:prstDash val="solid"/>
          <a:miter lim="800000"/>
        </a:ln>
        <a:effectLst/>
      </dgm:spPr>
    </dgm:pt>
    <dgm:pt modelId="{2129FAEA-0724-1B40-9823-0C85835277DC}" type="pres">
      <dgm:prSet presAssocID="{8ED159F2-C07A-4433-969E-BA28DE66E99B}" presName="L2TextContainer" presStyleLbl="revTx" presStyleIdx="0" presStyleCnt="6">
        <dgm:presLayoutVars>
          <dgm:bulletEnabled val="1"/>
        </dgm:presLayoutVars>
      </dgm:prSet>
      <dgm:spPr/>
    </dgm:pt>
    <dgm:pt modelId="{5C14A49B-366C-4649-B475-FC1C3BE773A3}" type="pres">
      <dgm:prSet presAssocID="{8ED159F2-C07A-4433-969E-BA28DE66E99B}" presName="L1TextContainer" presStyleLbl="revTx" presStyleIdx="1" presStyleCnt="6">
        <dgm:presLayoutVars>
          <dgm:chMax val="1"/>
          <dgm:chPref val="1"/>
          <dgm:bulletEnabled val="1"/>
        </dgm:presLayoutVars>
      </dgm:prSet>
      <dgm:spPr/>
    </dgm:pt>
    <dgm:pt modelId="{CF542369-E554-8246-B11E-E21B69FAE763}" type="pres">
      <dgm:prSet presAssocID="{8ED159F2-C07A-4433-969E-BA28DE66E99B}" presName="ConnectLine" presStyleLbl="sibTrans1D1" presStyleIdx="0" presStyleCnt="3"/>
      <dgm:spPr>
        <a:noFill/>
        <a:ln w="12700" cap="flat" cmpd="sng" algn="ctr">
          <a:solidFill>
            <a:schemeClr val="accent2">
              <a:hueOff val="0"/>
              <a:satOff val="0"/>
              <a:lumOff val="0"/>
              <a:alphaOff val="0"/>
            </a:schemeClr>
          </a:solidFill>
          <a:prstDash val="dash"/>
          <a:miter lim="800000"/>
        </a:ln>
        <a:effectLst/>
      </dgm:spPr>
    </dgm:pt>
    <dgm:pt modelId="{662E99FF-BE39-6845-B675-AC5647A9CDBD}" type="pres">
      <dgm:prSet presAssocID="{8ED159F2-C07A-4433-969E-BA28DE66E99B}" presName="EmptyPlaceHolder" presStyleCnt="0"/>
      <dgm:spPr/>
    </dgm:pt>
    <dgm:pt modelId="{8D5B4DDD-E807-5340-A9D0-E568900B657E}" type="pres">
      <dgm:prSet presAssocID="{3C855570-E43B-4D16-9933-1C57392E28AF}" presName="spaceBetweenRectangles" presStyleCnt="0"/>
      <dgm:spPr/>
    </dgm:pt>
    <dgm:pt modelId="{9B6806B4-97AC-5F44-9A59-4777FC0E706F}" type="pres">
      <dgm:prSet presAssocID="{EB023D57-D6F7-4DCB-8EA0-642CDE5144E7}" presName="composite" presStyleCnt="0"/>
      <dgm:spPr/>
    </dgm:pt>
    <dgm:pt modelId="{F22E6FC0-3A3F-DC4D-9F59-FC7C22E8E2A4}" type="pres">
      <dgm:prSet presAssocID="{EB023D57-D6F7-4DCB-8EA0-642CDE5144E7}" presName="ConnectorPoint" presStyleLbl="lnNode1" presStyleIdx="1" presStyleCnt="3"/>
      <dgm:spPr>
        <a:solidFill>
          <a:schemeClr val="accent2">
            <a:hueOff val="3221806"/>
            <a:satOff val="-9246"/>
            <a:lumOff val="-14805"/>
            <a:alphaOff val="0"/>
          </a:schemeClr>
        </a:solidFill>
        <a:ln w="6350" cap="flat" cmpd="sng" algn="ctr">
          <a:solidFill>
            <a:schemeClr val="lt1">
              <a:hueOff val="0"/>
              <a:satOff val="0"/>
              <a:lumOff val="0"/>
              <a:alphaOff val="0"/>
            </a:schemeClr>
          </a:solidFill>
          <a:prstDash val="solid"/>
          <a:miter lim="800000"/>
        </a:ln>
        <a:effectLst/>
      </dgm:spPr>
    </dgm:pt>
    <dgm:pt modelId="{470A572B-E55D-6341-A97A-A535729B8215}" type="pres">
      <dgm:prSet presAssocID="{EB023D57-D6F7-4DCB-8EA0-642CDE5144E7}" presName="DropPinPlaceHolder" presStyleCnt="0"/>
      <dgm:spPr/>
    </dgm:pt>
    <dgm:pt modelId="{B5D543DE-49F2-AE4B-9505-AD0AE9489647}" type="pres">
      <dgm:prSet presAssocID="{EB023D57-D6F7-4DCB-8EA0-642CDE5144E7}" presName="DropPin" presStyleLbl="alignNode1" presStyleIdx="1" presStyleCnt="3"/>
      <dgm:spPr/>
    </dgm:pt>
    <dgm:pt modelId="{A4C7B837-1045-E74B-9EAB-F8CF3D726D2A}" type="pres">
      <dgm:prSet presAssocID="{EB023D57-D6F7-4DCB-8EA0-642CDE5144E7}" presName="Ellipse" presStyleLbl="fgAcc1" presStyleIdx="2" presStyleCnt="4"/>
      <dgm:spPr>
        <a:solidFill>
          <a:schemeClr val="lt1">
            <a:alpha val="90000"/>
            <a:hueOff val="0"/>
            <a:satOff val="0"/>
            <a:lumOff val="0"/>
            <a:alphaOff val="0"/>
          </a:schemeClr>
        </a:solidFill>
        <a:ln w="19050" cap="flat" cmpd="sng" algn="ctr">
          <a:noFill/>
          <a:prstDash val="solid"/>
          <a:miter lim="800000"/>
        </a:ln>
        <a:effectLst/>
      </dgm:spPr>
    </dgm:pt>
    <dgm:pt modelId="{0ED8FA0B-9048-4140-A617-ED2A9F433FE3}" type="pres">
      <dgm:prSet presAssocID="{EB023D57-D6F7-4DCB-8EA0-642CDE5144E7}" presName="L2TextContainer" presStyleLbl="revTx" presStyleIdx="2" presStyleCnt="6">
        <dgm:presLayoutVars>
          <dgm:bulletEnabled val="1"/>
        </dgm:presLayoutVars>
      </dgm:prSet>
      <dgm:spPr/>
    </dgm:pt>
    <dgm:pt modelId="{1B55CB9B-FF0A-754F-8EC2-582EA88EFDD3}" type="pres">
      <dgm:prSet presAssocID="{EB023D57-D6F7-4DCB-8EA0-642CDE5144E7}" presName="L1TextContainer" presStyleLbl="revTx" presStyleIdx="3" presStyleCnt="6">
        <dgm:presLayoutVars>
          <dgm:chMax val="1"/>
          <dgm:chPref val="1"/>
          <dgm:bulletEnabled val="1"/>
        </dgm:presLayoutVars>
      </dgm:prSet>
      <dgm:spPr/>
    </dgm:pt>
    <dgm:pt modelId="{96FDB1F9-74A8-E241-BABC-7B321958117B}" type="pres">
      <dgm:prSet presAssocID="{EB023D57-D6F7-4DCB-8EA0-642CDE5144E7}" presName="ConnectLine" presStyleLbl="sibTrans1D1" presStyleIdx="1" presStyleCnt="3"/>
      <dgm:spPr>
        <a:noFill/>
        <a:ln w="12700" cap="flat" cmpd="sng" algn="ctr">
          <a:solidFill>
            <a:schemeClr val="accent2">
              <a:hueOff val="3221806"/>
              <a:satOff val="-9246"/>
              <a:lumOff val="-14805"/>
              <a:alphaOff val="0"/>
            </a:schemeClr>
          </a:solidFill>
          <a:prstDash val="dash"/>
          <a:miter lim="800000"/>
        </a:ln>
        <a:effectLst/>
      </dgm:spPr>
    </dgm:pt>
    <dgm:pt modelId="{070F92AE-D288-6C40-B7C7-D3B375259A7E}" type="pres">
      <dgm:prSet presAssocID="{EB023D57-D6F7-4DCB-8EA0-642CDE5144E7}" presName="EmptyPlaceHolder" presStyleCnt="0"/>
      <dgm:spPr/>
    </dgm:pt>
    <dgm:pt modelId="{B09A815A-5045-6B45-9FED-896166EDA0BF}" type="pres">
      <dgm:prSet presAssocID="{1FCB6732-7ED9-45A6-9E56-F78E4399A5F6}" presName="spaceBetweenRectangles" presStyleCnt="0"/>
      <dgm:spPr/>
    </dgm:pt>
    <dgm:pt modelId="{C090EB5C-7C07-F04E-84F6-404A92643A1E}" type="pres">
      <dgm:prSet presAssocID="{6D7DA8ED-A52E-4B69-89D5-1FAB0D75AED0}" presName="composite" presStyleCnt="0"/>
      <dgm:spPr/>
    </dgm:pt>
    <dgm:pt modelId="{AA4E508B-597B-6E47-883C-907D859C2FBD}" type="pres">
      <dgm:prSet presAssocID="{6D7DA8ED-A52E-4B69-89D5-1FAB0D75AED0}" presName="ConnectorPoint" presStyleLbl="lnNode1" presStyleIdx="2" presStyleCnt="3"/>
      <dgm:spPr>
        <a:solidFill>
          <a:schemeClr val="accent2">
            <a:hueOff val="6443612"/>
            <a:satOff val="-18493"/>
            <a:lumOff val="-29609"/>
            <a:alphaOff val="0"/>
          </a:schemeClr>
        </a:solidFill>
        <a:ln w="6350" cap="flat" cmpd="sng" algn="ctr">
          <a:solidFill>
            <a:schemeClr val="lt1">
              <a:hueOff val="0"/>
              <a:satOff val="0"/>
              <a:lumOff val="0"/>
              <a:alphaOff val="0"/>
            </a:schemeClr>
          </a:solidFill>
          <a:prstDash val="solid"/>
          <a:miter lim="800000"/>
        </a:ln>
        <a:effectLst/>
      </dgm:spPr>
    </dgm:pt>
    <dgm:pt modelId="{7421D12E-2E87-7D42-8555-F123E2144D06}" type="pres">
      <dgm:prSet presAssocID="{6D7DA8ED-A52E-4B69-89D5-1FAB0D75AED0}" presName="DropPinPlaceHolder" presStyleCnt="0"/>
      <dgm:spPr/>
    </dgm:pt>
    <dgm:pt modelId="{E9D634F6-5797-3C47-987F-747199FA1A47}" type="pres">
      <dgm:prSet presAssocID="{6D7DA8ED-A52E-4B69-89D5-1FAB0D75AED0}" presName="DropPin" presStyleLbl="alignNode1" presStyleIdx="2" presStyleCnt="3"/>
      <dgm:spPr/>
    </dgm:pt>
    <dgm:pt modelId="{8D6DFC2F-7D25-5F4F-9751-2B20950B7803}" type="pres">
      <dgm:prSet presAssocID="{6D7DA8ED-A52E-4B69-89D5-1FAB0D75AED0}" presName="Ellipse" presStyleLbl="fgAcc1" presStyleIdx="3" presStyleCnt="4"/>
      <dgm:spPr>
        <a:solidFill>
          <a:schemeClr val="lt1">
            <a:alpha val="90000"/>
            <a:hueOff val="0"/>
            <a:satOff val="0"/>
            <a:lumOff val="0"/>
            <a:alphaOff val="0"/>
          </a:schemeClr>
        </a:solidFill>
        <a:ln w="19050" cap="flat" cmpd="sng" algn="ctr">
          <a:noFill/>
          <a:prstDash val="solid"/>
          <a:miter lim="800000"/>
        </a:ln>
        <a:effectLst/>
      </dgm:spPr>
    </dgm:pt>
    <dgm:pt modelId="{50C97EBE-EF0E-C94C-BB35-9F2E5080DC84}" type="pres">
      <dgm:prSet presAssocID="{6D7DA8ED-A52E-4B69-89D5-1FAB0D75AED0}" presName="L2TextContainer" presStyleLbl="revTx" presStyleIdx="4" presStyleCnt="6">
        <dgm:presLayoutVars>
          <dgm:bulletEnabled val="1"/>
        </dgm:presLayoutVars>
      </dgm:prSet>
      <dgm:spPr/>
    </dgm:pt>
    <dgm:pt modelId="{E53DA49A-8BBD-BC45-A18F-DFF7267FCE3F}" type="pres">
      <dgm:prSet presAssocID="{6D7DA8ED-A52E-4B69-89D5-1FAB0D75AED0}" presName="L1TextContainer" presStyleLbl="revTx" presStyleIdx="5" presStyleCnt="6">
        <dgm:presLayoutVars>
          <dgm:chMax val="1"/>
          <dgm:chPref val="1"/>
          <dgm:bulletEnabled val="1"/>
        </dgm:presLayoutVars>
      </dgm:prSet>
      <dgm:spPr/>
    </dgm:pt>
    <dgm:pt modelId="{1E049384-EE04-4049-B2FB-F5043752C467}" type="pres">
      <dgm:prSet presAssocID="{6D7DA8ED-A52E-4B69-89D5-1FAB0D75AED0}" presName="ConnectLine" presStyleLbl="sibTrans1D1" presStyleIdx="2" presStyleCnt="3"/>
      <dgm:spPr>
        <a:noFill/>
        <a:ln w="12700" cap="flat" cmpd="sng" algn="ctr">
          <a:solidFill>
            <a:schemeClr val="accent2">
              <a:hueOff val="6443612"/>
              <a:satOff val="-18493"/>
              <a:lumOff val="-29609"/>
              <a:alphaOff val="0"/>
            </a:schemeClr>
          </a:solidFill>
          <a:prstDash val="dash"/>
          <a:miter lim="800000"/>
        </a:ln>
        <a:effectLst/>
      </dgm:spPr>
    </dgm:pt>
    <dgm:pt modelId="{4C8BC456-248C-7F43-8D77-03F234361D5C}" type="pres">
      <dgm:prSet presAssocID="{6D7DA8ED-A52E-4B69-89D5-1FAB0D75AED0}" presName="EmptyPlaceHolder" presStyleCnt="0"/>
      <dgm:spPr/>
    </dgm:pt>
  </dgm:ptLst>
  <dgm:cxnLst>
    <dgm:cxn modelId="{068AC11B-0160-4DEC-8636-09B1ADFF3CC6}" srcId="{EB023D57-D6F7-4DCB-8EA0-642CDE5144E7}" destId="{97D5D01A-E599-4877-9DD3-E40DCAA4D482}" srcOrd="0" destOrd="0" parTransId="{A9252FE7-7717-4A79-B1DB-EF636605D807}" sibTransId="{78DBF127-99F2-440B-BDA1-9031706E990F}"/>
    <dgm:cxn modelId="{E57D8044-9830-4304-BE41-A23654EB9FFC}" srcId="{6D7DA8ED-A52E-4B69-89D5-1FAB0D75AED0}" destId="{1DAA40D3-EBA4-4864-8108-4A69B3F8FAC1}" srcOrd="0" destOrd="0" parTransId="{40745B6C-B596-42ED-ADD8-0D1695CD1EA6}" sibTransId="{9DABBBBF-C46C-457C-BE6C-758EFF2CDC92}"/>
    <dgm:cxn modelId="{B5183946-82BD-7E4C-BEB1-01E54EF9AE6F}" type="presOf" srcId="{8ED159F2-C07A-4433-969E-BA28DE66E99B}" destId="{5C14A49B-366C-4649-B475-FC1C3BE773A3}" srcOrd="0" destOrd="0" presId="urn:microsoft.com/office/officeart/2017/3/layout/DropPinTimeline"/>
    <dgm:cxn modelId="{FA23BA95-C607-364E-806B-3964A99B15AD}" type="presOf" srcId="{A2B58139-2466-4881-B7ED-194514E24B9E}" destId="{B0A1B852-835B-774D-A39A-BB6B23C823FE}" srcOrd="0" destOrd="0" presId="urn:microsoft.com/office/officeart/2017/3/layout/DropPinTimeline"/>
    <dgm:cxn modelId="{9482CE99-C15D-4C5C-BA5E-33F468A6C8BC}" srcId="{8ED159F2-C07A-4433-969E-BA28DE66E99B}" destId="{B0522956-FFD2-4151-8667-85190FDE50C7}" srcOrd="0" destOrd="0" parTransId="{A6E3DB7E-60A7-430B-9EA4-B8D88031A2C8}" sibTransId="{34D5FB3A-C8C9-412E-8BAE-F8EB67CF2710}"/>
    <dgm:cxn modelId="{359469AB-8E52-4D0F-92FD-2F8B846BEF59}" srcId="{A2B58139-2466-4881-B7ED-194514E24B9E}" destId="{EB023D57-D6F7-4DCB-8EA0-642CDE5144E7}" srcOrd="1" destOrd="0" parTransId="{F97F7F50-E97E-4A5C-A46C-A0C06A967CA0}" sibTransId="{1FCB6732-7ED9-45A6-9E56-F78E4399A5F6}"/>
    <dgm:cxn modelId="{346AEABC-77E1-7945-96E6-7262311DFE28}" type="presOf" srcId="{EB023D57-D6F7-4DCB-8EA0-642CDE5144E7}" destId="{1B55CB9B-FF0A-754F-8EC2-582EA88EFDD3}" srcOrd="0" destOrd="0" presId="urn:microsoft.com/office/officeart/2017/3/layout/DropPinTimeline"/>
    <dgm:cxn modelId="{09DE2EC3-2D3A-8446-A978-F94C4B0FBB69}" type="presOf" srcId="{6D7DA8ED-A52E-4B69-89D5-1FAB0D75AED0}" destId="{E53DA49A-8BBD-BC45-A18F-DFF7267FCE3F}" srcOrd="0" destOrd="0" presId="urn:microsoft.com/office/officeart/2017/3/layout/DropPinTimeline"/>
    <dgm:cxn modelId="{04FE98C8-3DF6-44BC-834F-CCBD19EAE395}" srcId="{A2B58139-2466-4881-B7ED-194514E24B9E}" destId="{8ED159F2-C07A-4433-969E-BA28DE66E99B}" srcOrd="0" destOrd="0" parTransId="{72608442-0D39-4121-B06E-29EEA0E1D6A0}" sibTransId="{3C855570-E43B-4D16-9933-1C57392E28AF}"/>
    <dgm:cxn modelId="{6DFAC3CE-C06A-1044-9C1B-8780BED40CDE}" type="presOf" srcId="{1DAA40D3-EBA4-4864-8108-4A69B3F8FAC1}" destId="{50C97EBE-EF0E-C94C-BB35-9F2E5080DC84}" srcOrd="0" destOrd="0" presId="urn:microsoft.com/office/officeart/2017/3/layout/DropPinTimeline"/>
    <dgm:cxn modelId="{590808D4-7067-4174-86EA-489EC8DA0D83}" srcId="{A2B58139-2466-4881-B7ED-194514E24B9E}" destId="{6D7DA8ED-A52E-4B69-89D5-1FAB0D75AED0}" srcOrd="2" destOrd="0" parTransId="{D3CC0B17-9E7B-487B-B757-B9B37E599F4A}" sibTransId="{FA72A9D3-407E-4696-8553-F91397B1038A}"/>
    <dgm:cxn modelId="{43288ED4-5E55-3443-9A0D-88C09363DDE6}" type="presOf" srcId="{97D5D01A-E599-4877-9DD3-E40DCAA4D482}" destId="{0ED8FA0B-9048-4140-A617-ED2A9F433FE3}" srcOrd="0" destOrd="0" presId="urn:microsoft.com/office/officeart/2017/3/layout/DropPinTimeline"/>
    <dgm:cxn modelId="{06DF2DEE-7469-AA45-B25F-C6A02A1D29A1}" type="presOf" srcId="{B0522956-FFD2-4151-8667-85190FDE50C7}" destId="{2129FAEA-0724-1B40-9823-0C85835277DC}" srcOrd="0" destOrd="0" presId="urn:microsoft.com/office/officeart/2017/3/layout/DropPinTimeline"/>
    <dgm:cxn modelId="{848C8C50-B839-CD46-B68E-4486226299F2}" type="presParOf" srcId="{B0A1B852-835B-774D-A39A-BB6B23C823FE}" destId="{C17D6892-AE7B-4E43-BE72-2E62BC404FB5}" srcOrd="0" destOrd="0" presId="urn:microsoft.com/office/officeart/2017/3/layout/DropPinTimeline"/>
    <dgm:cxn modelId="{E7CCF596-0427-944A-B242-E54F9D242BC2}" type="presParOf" srcId="{B0A1B852-835B-774D-A39A-BB6B23C823FE}" destId="{BF203330-32D9-434E-AE8C-483AB62801DC}" srcOrd="1" destOrd="0" presId="urn:microsoft.com/office/officeart/2017/3/layout/DropPinTimeline"/>
    <dgm:cxn modelId="{509EF6EC-AFA9-9E43-8F42-CF91BFF13101}" type="presParOf" srcId="{BF203330-32D9-434E-AE8C-483AB62801DC}" destId="{1728AB49-22B1-F94E-89F3-A6304037C6E3}" srcOrd="0" destOrd="0" presId="urn:microsoft.com/office/officeart/2017/3/layout/DropPinTimeline"/>
    <dgm:cxn modelId="{938AEA4D-769F-9C42-AEA3-04AF9B471EDB}" type="presParOf" srcId="{1728AB49-22B1-F94E-89F3-A6304037C6E3}" destId="{33E87340-3E19-CE44-8FBB-D0352BEB545B}" srcOrd="0" destOrd="0" presId="urn:microsoft.com/office/officeart/2017/3/layout/DropPinTimeline"/>
    <dgm:cxn modelId="{B34037EF-D9B7-5F42-B6DC-8D29C448AFBC}" type="presParOf" srcId="{1728AB49-22B1-F94E-89F3-A6304037C6E3}" destId="{3DCAC880-EEEB-DE41-9D44-7036B31CC68A}" srcOrd="1" destOrd="0" presId="urn:microsoft.com/office/officeart/2017/3/layout/DropPinTimeline"/>
    <dgm:cxn modelId="{FFE885FC-AD72-2944-AD27-F5C8AF50A8D0}" type="presParOf" srcId="{3DCAC880-EEEB-DE41-9D44-7036B31CC68A}" destId="{CEADA122-3E65-7545-A3E0-1F02D9119428}" srcOrd="0" destOrd="0" presId="urn:microsoft.com/office/officeart/2017/3/layout/DropPinTimeline"/>
    <dgm:cxn modelId="{1D7B49AE-1CF0-5C49-93A4-CBE05E917ACF}" type="presParOf" srcId="{3DCAC880-EEEB-DE41-9D44-7036B31CC68A}" destId="{2B3DB2D9-204A-754F-91EC-1F7F093FF397}" srcOrd="1" destOrd="0" presId="urn:microsoft.com/office/officeart/2017/3/layout/DropPinTimeline"/>
    <dgm:cxn modelId="{6E9DFC57-333D-EC4F-8449-62A8A9CB2B30}" type="presParOf" srcId="{1728AB49-22B1-F94E-89F3-A6304037C6E3}" destId="{2129FAEA-0724-1B40-9823-0C85835277DC}" srcOrd="2" destOrd="0" presId="urn:microsoft.com/office/officeart/2017/3/layout/DropPinTimeline"/>
    <dgm:cxn modelId="{90E4E85F-4139-854E-AC1B-FAFAD6FB09DC}" type="presParOf" srcId="{1728AB49-22B1-F94E-89F3-A6304037C6E3}" destId="{5C14A49B-366C-4649-B475-FC1C3BE773A3}" srcOrd="3" destOrd="0" presId="urn:microsoft.com/office/officeart/2017/3/layout/DropPinTimeline"/>
    <dgm:cxn modelId="{9EBA8278-D8B5-3A46-93EB-69EB9035A6AF}" type="presParOf" srcId="{1728AB49-22B1-F94E-89F3-A6304037C6E3}" destId="{CF542369-E554-8246-B11E-E21B69FAE763}" srcOrd="4" destOrd="0" presId="urn:microsoft.com/office/officeart/2017/3/layout/DropPinTimeline"/>
    <dgm:cxn modelId="{6BE8F77E-CD7C-DD43-A864-89BF70361FD2}" type="presParOf" srcId="{1728AB49-22B1-F94E-89F3-A6304037C6E3}" destId="{662E99FF-BE39-6845-B675-AC5647A9CDBD}" srcOrd="5" destOrd="0" presId="urn:microsoft.com/office/officeart/2017/3/layout/DropPinTimeline"/>
    <dgm:cxn modelId="{1866571D-4A27-8946-AEE8-1759ABA58709}" type="presParOf" srcId="{BF203330-32D9-434E-AE8C-483AB62801DC}" destId="{8D5B4DDD-E807-5340-A9D0-E568900B657E}" srcOrd="1" destOrd="0" presId="urn:microsoft.com/office/officeart/2017/3/layout/DropPinTimeline"/>
    <dgm:cxn modelId="{6B73055D-BBF5-7043-B0D6-B93035624A93}" type="presParOf" srcId="{BF203330-32D9-434E-AE8C-483AB62801DC}" destId="{9B6806B4-97AC-5F44-9A59-4777FC0E706F}" srcOrd="2" destOrd="0" presId="urn:microsoft.com/office/officeart/2017/3/layout/DropPinTimeline"/>
    <dgm:cxn modelId="{6203389E-232D-CD4C-863B-C50DD332B3B6}" type="presParOf" srcId="{9B6806B4-97AC-5F44-9A59-4777FC0E706F}" destId="{F22E6FC0-3A3F-DC4D-9F59-FC7C22E8E2A4}" srcOrd="0" destOrd="0" presId="urn:microsoft.com/office/officeart/2017/3/layout/DropPinTimeline"/>
    <dgm:cxn modelId="{0F789E0B-8E7C-9D45-8730-6FCD852BB5C8}" type="presParOf" srcId="{9B6806B4-97AC-5F44-9A59-4777FC0E706F}" destId="{470A572B-E55D-6341-A97A-A535729B8215}" srcOrd="1" destOrd="0" presId="urn:microsoft.com/office/officeart/2017/3/layout/DropPinTimeline"/>
    <dgm:cxn modelId="{11652C54-2286-124E-A51F-DC672EA8B6EF}" type="presParOf" srcId="{470A572B-E55D-6341-A97A-A535729B8215}" destId="{B5D543DE-49F2-AE4B-9505-AD0AE9489647}" srcOrd="0" destOrd="0" presId="urn:microsoft.com/office/officeart/2017/3/layout/DropPinTimeline"/>
    <dgm:cxn modelId="{7E4CF2C0-52D6-494E-B413-E1E6F862877E}" type="presParOf" srcId="{470A572B-E55D-6341-A97A-A535729B8215}" destId="{A4C7B837-1045-E74B-9EAB-F8CF3D726D2A}" srcOrd="1" destOrd="0" presId="urn:microsoft.com/office/officeart/2017/3/layout/DropPinTimeline"/>
    <dgm:cxn modelId="{045A47AD-6744-664F-B9B9-C62084FE1726}" type="presParOf" srcId="{9B6806B4-97AC-5F44-9A59-4777FC0E706F}" destId="{0ED8FA0B-9048-4140-A617-ED2A9F433FE3}" srcOrd="2" destOrd="0" presId="urn:microsoft.com/office/officeart/2017/3/layout/DropPinTimeline"/>
    <dgm:cxn modelId="{DE62E38B-2283-8F4C-A229-BA5DE190E0B0}" type="presParOf" srcId="{9B6806B4-97AC-5F44-9A59-4777FC0E706F}" destId="{1B55CB9B-FF0A-754F-8EC2-582EA88EFDD3}" srcOrd="3" destOrd="0" presId="urn:microsoft.com/office/officeart/2017/3/layout/DropPinTimeline"/>
    <dgm:cxn modelId="{84D8D7D9-F6CD-4A4A-8696-933F64D0EC32}" type="presParOf" srcId="{9B6806B4-97AC-5F44-9A59-4777FC0E706F}" destId="{96FDB1F9-74A8-E241-BABC-7B321958117B}" srcOrd="4" destOrd="0" presId="urn:microsoft.com/office/officeart/2017/3/layout/DropPinTimeline"/>
    <dgm:cxn modelId="{E7E80AA5-39B3-2343-B785-3F994115893D}" type="presParOf" srcId="{9B6806B4-97AC-5F44-9A59-4777FC0E706F}" destId="{070F92AE-D288-6C40-B7C7-D3B375259A7E}" srcOrd="5" destOrd="0" presId="urn:microsoft.com/office/officeart/2017/3/layout/DropPinTimeline"/>
    <dgm:cxn modelId="{C1368384-48C1-9A4D-937A-12547055B0BF}" type="presParOf" srcId="{BF203330-32D9-434E-AE8C-483AB62801DC}" destId="{B09A815A-5045-6B45-9FED-896166EDA0BF}" srcOrd="3" destOrd="0" presId="urn:microsoft.com/office/officeart/2017/3/layout/DropPinTimeline"/>
    <dgm:cxn modelId="{55B06700-B707-C048-A5DF-7BD0317BB049}" type="presParOf" srcId="{BF203330-32D9-434E-AE8C-483AB62801DC}" destId="{C090EB5C-7C07-F04E-84F6-404A92643A1E}" srcOrd="4" destOrd="0" presId="urn:microsoft.com/office/officeart/2017/3/layout/DropPinTimeline"/>
    <dgm:cxn modelId="{730E36A8-597C-9447-BA98-8F5CE199595A}" type="presParOf" srcId="{C090EB5C-7C07-F04E-84F6-404A92643A1E}" destId="{AA4E508B-597B-6E47-883C-907D859C2FBD}" srcOrd="0" destOrd="0" presId="urn:microsoft.com/office/officeart/2017/3/layout/DropPinTimeline"/>
    <dgm:cxn modelId="{D6261194-1A7E-4A4F-A1C3-6665E2F07130}" type="presParOf" srcId="{C090EB5C-7C07-F04E-84F6-404A92643A1E}" destId="{7421D12E-2E87-7D42-8555-F123E2144D06}" srcOrd="1" destOrd="0" presId="urn:microsoft.com/office/officeart/2017/3/layout/DropPinTimeline"/>
    <dgm:cxn modelId="{30BECABE-E9EE-7943-A46F-FB4F7BDD5AEE}" type="presParOf" srcId="{7421D12E-2E87-7D42-8555-F123E2144D06}" destId="{E9D634F6-5797-3C47-987F-747199FA1A47}" srcOrd="0" destOrd="0" presId="urn:microsoft.com/office/officeart/2017/3/layout/DropPinTimeline"/>
    <dgm:cxn modelId="{564615C4-DA18-364B-AF19-B08BCEABF20E}" type="presParOf" srcId="{7421D12E-2E87-7D42-8555-F123E2144D06}" destId="{8D6DFC2F-7D25-5F4F-9751-2B20950B7803}" srcOrd="1" destOrd="0" presId="urn:microsoft.com/office/officeart/2017/3/layout/DropPinTimeline"/>
    <dgm:cxn modelId="{69B9607A-2BE3-B848-9574-2E3D89B73F19}" type="presParOf" srcId="{C090EB5C-7C07-F04E-84F6-404A92643A1E}" destId="{50C97EBE-EF0E-C94C-BB35-9F2E5080DC84}" srcOrd="2" destOrd="0" presId="urn:microsoft.com/office/officeart/2017/3/layout/DropPinTimeline"/>
    <dgm:cxn modelId="{676189DB-8FAE-C244-B5A4-054A723E9637}" type="presParOf" srcId="{C090EB5C-7C07-F04E-84F6-404A92643A1E}" destId="{E53DA49A-8BBD-BC45-A18F-DFF7267FCE3F}" srcOrd="3" destOrd="0" presId="urn:microsoft.com/office/officeart/2017/3/layout/DropPinTimeline"/>
    <dgm:cxn modelId="{E79AD0EA-449D-9D4F-BB88-83F9168432F4}" type="presParOf" srcId="{C090EB5C-7C07-F04E-84F6-404A92643A1E}" destId="{1E049384-EE04-4049-B2FB-F5043752C467}" srcOrd="4" destOrd="0" presId="urn:microsoft.com/office/officeart/2017/3/layout/DropPinTimeline"/>
    <dgm:cxn modelId="{0C4E433B-9E25-BC4E-82A0-63802C8AE4C4}" type="presParOf" srcId="{C090EB5C-7C07-F04E-84F6-404A92643A1E}" destId="{4C8BC456-248C-7F43-8D77-03F234361D5C}"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D96C8D-8D6C-4F7F-BD02-95C414C5095F}"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2D4D4373-B6D4-4ACE-A888-726CDDF18459}">
      <dgm:prSet/>
      <dgm:spPr/>
      <dgm:t>
        <a:bodyPr/>
        <a:lstStyle/>
        <a:p>
          <a:r>
            <a:rPr lang="en-US" dirty="0"/>
            <a:t>Reasoning Models in LLM development steps </a:t>
          </a:r>
        </a:p>
      </dgm:t>
    </dgm:pt>
    <dgm:pt modelId="{9BE39B41-301D-4375-809A-913115423454}" type="parTrans" cxnId="{46A0C3AB-D8EA-4DC8-A3F0-F99B4F0DDCE4}">
      <dgm:prSet/>
      <dgm:spPr/>
      <dgm:t>
        <a:bodyPr/>
        <a:lstStyle/>
        <a:p>
          <a:endParaRPr lang="en-US"/>
        </a:p>
      </dgm:t>
    </dgm:pt>
    <dgm:pt modelId="{13D51281-914D-4100-84A2-CF9291379393}" type="sibTrans" cxnId="{46A0C3AB-D8EA-4DC8-A3F0-F99B4F0DDCE4}">
      <dgm:prSet/>
      <dgm:spPr/>
      <dgm:t>
        <a:bodyPr/>
        <a:lstStyle/>
        <a:p>
          <a:endParaRPr lang="en-US"/>
        </a:p>
      </dgm:t>
    </dgm:pt>
    <dgm:pt modelId="{EC69EB3E-62A7-4C47-BF00-F6E72C5146BB}">
      <dgm:prSet/>
      <dgm:spPr/>
      <dgm:t>
        <a:bodyPr/>
        <a:lstStyle/>
        <a:p>
          <a:r>
            <a:rPr lang="en-US" dirty="0"/>
            <a:t>How to Build Reasoning Models</a:t>
          </a:r>
        </a:p>
      </dgm:t>
    </dgm:pt>
    <dgm:pt modelId="{F7A383F8-A474-4494-8E3A-A8E59841C302}" type="parTrans" cxnId="{29ABA508-429E-458A-AFC9-F90DBAD967B8}">
      <dgm:prSet/>
      <dgm:spPr/>
      <dgm:t>
        <a:bodyPr/>
        <a:lstStyle/>
        <a:p>
          <a:endParaRPr lang="en-US"/>
        </a:p>
      </dgm:t>
    </dgm:pt>
    <dgm:pt modelId="{7FE6A988-E599-4005-BA68-CB8E3D5A6024}" type="sibTrans" cxnId="{29ABA508-429E-458A-AFC9-F90DBAD967B8}">
      <dgm:prSet/>
      <dgm:spPr/>
      <dgm:t>
        <a:bodyPr/>
        <a:lstStyle/>
        <a:p>
          <a:endParaRPr lang="en-US"/>
        </a:p>
      </dgm:t>
    </dgm:pt>
    <dgm:pt modelId="{E1B0D942-C50A-E54B-A30E-0B45D35B1AC9}">
      <dgm:prSet/>
      <dgm:spPr/>
      <dgm:t>
        <a:bodyPr/>
        <a:lstStyle/>
        <a:p>
          <a:r>
            <a:rPr lang="en-US" dirty="0"/>
            <a:t>Understanding Reasoning Models</a:t>
          </a:r>
        </a:p>
      </dgm:t>
    </dgm:pt>
    <dgm:pt modelId="{66642A03-E447-2240-9CDB-605B0124A759}" type="parTrans" cxnId="{7A8A220A-3F87-1B4D-9CDA-B2FB3C32B86B}">
      <dgm:prSet/>
      <dgm:spPr/>
      <dgm:t>
        <a:bodyPr/>
        <a:lstStyle/>
        <a:p>
          <a:endParaRPr lang="en-US"/>
        </a:p>
      </dgm:t>
    </dgm:pt>
    <dgm:pt modelId="{BCA3A038-352E-1F43-9C1D-61D1FBCE27EF}" type="sibTrans" cxnId="{7A8A220A-3F87-1B4D-9CDA-B2FB3C32B86B}">
      <dgm:prSet/>
      <dgm:spPr/>
      <dgm:t>
        <a:bodyPr/>
        <a:lstStyle/>
        <a:p>
          <a:endParaRPr lang="en-US"/>
        </a:p>
      </dgm:t>
    </dgm:pt>
    <dgm:pt modelId="{2CFE1757-70D5-DB41-8A8A-8922D0AF5774}">
      <dgm:prSet/>
      <dgm:spPr/>
      <dgm:t>
        <a:bodyPr/>
        <a:lstStyle/>
        <a:p>
          <a:r>
            <a:rPr lang="en-US" dirty="0"/>
            <a:t>Use Cases of Reasoning Models</a:t>
          </a:r>
        </a:p>
      </dgm:t>
    </dgm:pt>
    <dgm:pt modelId="{8112EB64-AFEC-8B4A-AB53-D19B57D2D621}" type="parTrans" cxnId="{66421CE9-B936-AD40-9896-3978FC23FD74}">
      <dgm:prSet/>
      <dgm:spPr/>
      <dgm:t>
        <a:bodyPr/>
        <a:lstStyle/>
        <a:p>
          <a:endParaRPr lang="en-US"/>
        </a:p>
      </dgm:t>
    </dgm:pt>
    <dgm:pt modelId="{351AD43D-EE65-434A-9DFB-C5CF06B4876F}" type="sibTrans" cxnId="{66421CE9-B936-AD40-9896-3978FC23FD74}">
      <dgm:prSet/>
      <dgm:spPr/>
      <dgm:t>
        <a:bodyPr/>
        <a:lstStyle/>
        <a:p>
          <a:endParaRPr lang="en-US"/>
        </a:p>
      </dgm:t>
    </dgm:pt>
    <dgm:pt modelId="{78BFE0DC-5649-5040-AD4D-48F938A154B9}" type="pres">
      <dgm:prSet presAssocID="{6BD96C8D-8D6C-4F7F-BD02-95C414C5095F}" presName="vert0" presStyleCnt="0">
        <dgm:presLayoutVars>
          <dgm:dir/>
          <dgm:animOne val="branch"/>
          <dgm:animLvl val="lvl"/>
        </dgm:presLayoutVars>
      </dgm:prSet>
      <dgm:spPr/>
    </dgm:pt>
    <dgm:pt modelId="{C3CAB84D-D222-3341-96C2-DD3B515F41ED}" type="pres">
      <dgm:prSet presAssocID="{E1B0D942-C50A-E54B-A30E-0B45D35B1AC9}" presName="thickLine" presStyleLbl="alignNode1" presStyleIdx="0" presStyleCnt="4"/>
      <dgm:spPr/>
    </dgm:pt>
    <dgm:pt modelId="{D5C6F3FA-866F-EC42-83BF-1E49B3C539D9}" type="pres">
      <dgm:prSet presAssocID="{E1B0D942-C50A-E54B-A30E-0B45D35B1AC9}" presName="horz1" presStyleCnt="0"/>
      <dgm:spPr/>
    </dgm:pt>
    <dgm:pt modelId="{BBA4A654-A4A3-744F-926A-C751C10FBF5B}" type="pres">
      <dgm:prSet presAssocID="{E1B0D942-C50A-E54B-A30E-0B45D35B1AC9}" presName="tx1" presStyleLbl="revTx" presStyleIdx="0" presStyleCnt="4"/>
      <dgm:spPr/>
    </dgm:pt>
    <dgm:pt modelId="{62595435-524F-EB4A-ACAF-5665B9A8EE39}" type="pres">
      <dgm:prSet presAssocID="{E1B0D942-C50A-E54B-A30E-0B45D35B1AC9}" presName="vert1" presStyleCnt="0"/>
      <dgm:spPr/>
    </dgm:pt>
    <dgm:pt modelId="{493E7AAC-E699-844E-8F2F-CB172B3DEFFD}" type="pres">
      <dgm:prSet presAssocID="{2D4D4373-B6D4-4ACE-A888-726CDDF18459}" presName="thickLine" presStyleLbl="alignNode1" presStyleIdx="1" presStyleCnt="4"/>
      <dgm:spPr/>
    </dgm:pt>
    <dgm:pt modelId="{404508FD-E11F-3346-8DD6-FAFA18B8FD18}" type="pres">
      <dgm:prSet presAssocID="{2D4D4373-B6D4-4ACE-A888-726CDDF18459}" presName="horz1" presStyleCnt="0"/>
      <dgm:spPr/>
    </dgm:pt>
    <dgm:pt modelId="{878DD69D-AFDF-2144-915E-9495E1D1B1B3}" type="pres">
      <dgm:prSet presAssocID="{2D4D4373-B6D4-4ACE-A888-726CDDF18459}" presName="tx1" presStyleLbl="revTx" presStyleIdx="1" presStyleCnt="4"/>
      <dgm:spPr/>
    </dgm:pt>
    <dgm:pt modelId="{418F7E72-D9F6-6441-8E8C-20A615474980}" type="pres">
      <dgm:prSet presAssocID="{2D4D4373-B6D4-4ACE-A888-726CDDF18459}" presName="vert1" presStyleCnt="0"/>
      <dgm:spPr/>
    </dgm:pt>
    <dgm:pt modelId="{5D4F1824-4265-E146-93AA-E18C9726156C}" type="pres">
      <dgm:prSet presAssocID="{EC69EB3E-62A7-4C47-BF00-F6E72C5146BB}" presName="thickLine" presStyleLbl="alignNode1" presStyleIdx="2" presStyleCnt="4"/>
      <dgm:spPr/>
    </dgm:pt>
    <dgm:pt modelId="{E6F8D50F-CD00-694E-B5A6-C8CF7ACD8F42}" type="pres">
      <dgm:prSet presAssocID="{EC69EB3E-62A7-4C47-BF00-F6E72C5146BB}" presName="horz1" presStyleCnt="0"/>
      <dgm:spPr/>
    </dgm:pt>
    <dgm:pt modelId="{BE9D6A2A-5681-894D-8F0C-19CCF7FD80AD}" type="pres">
      <dgm:prSet presAssocID="{EC69EB3E-62A7-4C47-BF00-F6E72C5146BB}" presName="tx1" presStyleLbl="revTx" presStyleIdx="2" presStyleCnt="4"/>
      <dgm:spPr/>
    </dgm:pt>
    <dgm:pt modelId="{236CCB7B-2210-4441-B040-7503DFE6682B}" type="pres">
      <dgm:prSet presAssocID="{EC69EB3E-62A7-4C47-BF00-F6E72C5146BB}" presName="vert1" presStyleCnt="0"/>
      <dgm:spPr/>
    </dgm:pt>
    <dgm:pt modelId="{A629E69A-920F-284C-9B3A-324EB9EB4A4D}" type="pres">
      <dgm:prSet presAssocID="{2CFE1757-70D5-DB41-8A8A-8922D0AF5774}" presName="thickLine" presStyleLbl="alignNode1" presStyleIdx="3" presStyleCnt="4"/>
      <dgm:spPr/>
    </dgm:pt>
    <dgm:pt modelId="{D0C5E718-DF80-624F-B395-FA6A37184BBE}" type="pres">
      <dgm:prSet presAssocID="{2CFE1757-70D5-DB41-8A8A-8922D0AF5774}" presName="horz1" presStyleCnt="0"/>
      <dgm:spPr/>
    </dgm:pt>
    <dgm:pt modelId="{EF939924-C54D-854A-AB4C-A0BC17ABFF1B}" type="pres">
      <dgm:prSet presAssocID="{2CFE1757-70D5-DB41-8A8A-8922D0AF5774}" presName="tx1" presStyleLbl="revTx" presStyleIdx="3" presStyleCnt="4"/>
      <dgm:spPr/>
    </dgm:pt>
    <dgm:pt modelId="{5003927F-9777-724F-AFE5-C16FB5EA2CEA}" type="pres">
      <dgm:prSet presAssocID="{2CFE1757-70D5-DB41-8A8A-8922D0AF5774}" presName="vert1" presStyleCnt="0"/>
      <dgm:spPr/>
    </dgm:pt>
  </dgm:ptLst>
  <dgm:cxnLst>
    <dgm:cxn modelId="{29ABA508-429E-458A-AFC9-F90DBAD967B8}" srcId="{6BD96C8D-8D6C-4F7F-BD02-95C414C5095F}" destId="{EC69EB3E-62A7-4C47-BF00-F6E72C5146BB}" srcOrd="2" destOrd="0" parTransId="{F7A383F8-A474-4494-8E3A-A8E59841C302}" sibTransId="{7FE6A988-E599-4005-BA68-CB8E3D5A6024}"/>
    <dgm:cxn modelId="{7A8A220A-3F87-1B4D-9CDA-B2FB3C32B86B}" srcId="{6BD96C8D-8D6C-4F7F-BD02-95C414C5095F}" destId="{E1B0D942-C50A-E54B-A30E-0B45D35B1AC9}" srcOrd="0" destOrd="0" parTransId="{66642A03-E447-2240-9CDB-605B0124A759}" sibTransId="{BCA3A038-352E-1F43-9C1D-61D1FBCE27EF}"/>
    <dgm:cxn modelId="{9AE51523-5B7F-6F47-AA92-4AE5C8FD174A}" type="presOf" srcId="{2CFE1757-70D5-DB41-8A8A-8922D0AF5774}" destId="{EF939924-C54D-854A-AB4C-A0BC17ABFF1B}" srcOrd="0" destOrd="0" presId="urn:microsoft.com/office/officeart/2008/layout/LinedList"/>
    <dgm:cxn modelId="{F207BA24-5304-1F4C-A954-C51304CFC1C0}" type="presOf" srcId="{6BD96C8D-8D6C-4F7F-BD02-95C414C5095F}" destId="{78BFE0DC-5649-5040-AD4D-48F938A154B9}" srcOrd="0" destOrd="0" presId="urn:microsoft.com/office/officeart/2008/layout/LinedList"/>
    <dgm:cxn modelId="{82815237-38B8-9240-8EDF-7DF804622592}" type="presOf" srcId="{E1B0D942-C50A-E54B-A30E-0B45D35B1AC9}" destId="{BBA4A654-A4A3-744F-926A-C751C10FBF5B}" srcOrd="0" destOrd="0" presId="urn:microsoft.com/office/officeart/2008/layout/LinedList"/>
    <dgm:cxn modelId="{648D9986-AECE-FB4E-99A9-9F4CDDC90E13}" type="presOf" srcId="{2D4D4373-B6D4-4ACE-A888-726CDDF18459}" destId="{878DD69D-AFDF-2144-915E-9495E1D1B1B3}" srcOrd="0" destOrd="0" presId="urn:microsoft.com/office/officeart/2008/layout/LinedList"/>
    <dgm:cxn modelId="{46A0C3AB-D8EA-4DC8-A3F0-F99B4F0DDCE4}" srcId="{6BD96C8D-8D6C-4F7F-BD02-95C414C5095F}" destId="{2D4D4373-B6D4-4ACE-A888-726CDDF18459}" srcOrd="1" destOrd="0" parTransId="{9BE39B41-301D-4375-809A-913115423454}" sibTransId="{13D51281-914D-4100-84A2-CF9291379393}"/>
    <dgm:cxn modelId="{DDA872E0-38A8-0B4F-B6CF-D9CEB9D28C81}" type="presOf" srcId="{EC69EB3E-62A7-4C47-BF00-F6E72C5146BB}" destId="{BE9D6A2A-5681-894D-8F0C-19CCF7FD80AD}" srcOrd="0" destOrd="0" presId="urn:microsoft.com/office/officeart/2008/layout/LinedList"/>
    <dgm:cxn modelId="{66421CE9-B936-AD40-9896-3978FC23FD74}" srcId="{6BD96C8D-8D6C-4F7F-BD02-95C414C5095F}" destId="{2CFE1757-70D5-DB41-8A8A-8922D0AF5774}" srcOrd="3" destOrd="0" parTransId="{8112EB64-AFEC-8B4A-AB53-D19B57D2D621}" sibTransId="{351AD43D-EE65-434A-9DFB-C5CF06B4876F}"/>
    <dgm:cxn modelId="{0DA656B2-672C-7542-B097-E0F28A5FC06C}" type="presParOf" srcId="{78BFE0DC-5649-5040-AD4D-48F938A154B9}" destId="{C3CAB84D-D222-3341-96C2-DD3B515F41ED}" srcOrd="0" destOrd="0" presId="urn:microsoft.com/office/officeart/2008/layout/LinedList"/>
    <dgm:cxn modelId="{70BE5175-B02A-074D-8D6C-69D3B9E8DE46}" type="presParOf" srcId="{78BFE0DC-5649-5040-AD4D-48F938A154B9}" destId="{D5C6F3FA-866F-EC42-83BF-1E49B3C539D9}" srcOrd="1" destOrd="0" presId="urn:microsoft.com/office/officeart/2008/layout/LinedList"/>
    <dgm:cxn modelId="{4C55BFBF-E891-F64B-8F2B-F7857B7B4B60}" type="presParOf" srcId="{D5C6F3FA-866F-EC42-83BF-1E49B3C539D9}" destId="{BBA4A654-A4A3-744F-926A-C751C10FBF5B}" srcOrd="0" destOrd="0" presId="urn:microsoft.com/office/officeart/2008/layout/LinedList"/>
    <dgm:cxn modelId="{F518FF40-C4DA-424D-B774-6CF5BD2AF810}" type="presParOf" srcId="{D5C6F3FA-866F-EC42-83BF-1E49B3C539D9}" destId="{62595435-524F-EB4A-ACAF-5665B9A8EE39}" srcOrd="1" destOrd="0" presId="urn:microsoft.com/office/officeart/2008/layout/LinedList"/>
    <dgm:cxn modelId="{A44E1B01-E92D-8C42-9EFC-0A2DA7082327}" type="presParOf" srcId="{78BFE0DC-5649-5040-AD4D-48F938A154B9}" destId="{493E7AAC-E699-844E-8F2F-CB172B3DEFFD}" srcOrd="2" destOrd="0" presId="urn:microsoft.com/office/officeart/2008/layout/LinedList"/>
    <dgm:cxn modelId="{F61095FA-9795-0F48-942C-CE60E1509BDF}" type="presParOf" srcId="{78BFE0DC-5649-5040-AD4D-48F938A154B9}" destId="{404508FD-E11F-3346-8DD6-FAFA18B8FD18}" srcOrd="3" destOrd="0" presId="urn:microsoft.com/office/officeart/2008/layout/LinedList"/>
    <dgm:cxn modelId="{E78AC63E-1F4C-584A-BEB7-6EC2AAD97ABA}" type="presParOf" srcId="{404508FD-E11F-3346-8DD6-FAFA18B8FD18}" destId="{878DD69D-AFDF-2144-915E-9495E1D1B1B3}" srcOrd="0" destOrd="0" presId="urn:microsoft.com/office/officeart/2008/layout/LinedList"/>
    <dgm:cxn modelId="{CD9F23B7-B321-804F-B376-C42C40BE607A}" type="presParOf" srcId="{404508FD-E11F-3346-8DD6-FAFA18B8FD18}" destId="{418F7E72-D9F6-6441-8E8C-20A615474980}" srcOrd="1" destOrd="0" presId="urn:microsoft.com/office/officeart/2008/layout/LinedList"/>
    <dgm:cxn modelId="{F655D11E-005F-D145-88B5-1561E5CD0601}" type="presParOf" srcId="{78BFE0DC-5649-5040-AD4D-48F938A154B9}" destId="{5D4F1824-4265-E146-93AA-E18C9726156C}" srcOrd="4" destOrd="0" presId="urn:microsoft.com/office/officeart/2008/layout/LinedList"/>
    <dgm:cxn modelId="{AFE749F6-3419-F04E-A32C-BDEA304D62C3}" type="presParOf" srcId="{78BFE0DC-5649-5040-AD4D-48F938A154B9}" destId="{E6F8D50F-CD00-694E-B5A6-C8CF7ACD8F42}" srcOrd="5" destOrd="0" presId="urn:microsoft.com/office/officeart/2008/layout/LinedList"/>
    <dgm:cxn modelId="{E0D6D9A5-4C78-DB46-B835-91EE0F4601AA}" type="presParOf" srcId="{E6F8D50F-CD00-694E-B5A6-C8CF7ACD8F42}" destId="{BE9D6A2A-5681-894D-8F0C-19CCF7FD80AD}" srcOrd="0" destOrd="0" presId="urn:microsoft.com/office/officeart/2008/layout/LinedList"/>
    <dgm:cxn modelId="{4F8A3938-53CC-1A49-8437-BEEF23052D9F}" type="presParOf" srcId="{E6F8D50F-CD00-694E-B5A6-C8CF7ACD8F42}" destId="{236CCB7B-2210-4441-B040-7503DFE6682B}" srcOrd="1" destOrd="0" presId="urn:microsoft.com/office/officeart/2008/layout/LinedList"/>
    <dgm:cxn modelId="{232CB957-1464-C544-9522-F2CCD5A59A22}" type="presParOf" srcId="{78BFE0DC-5649-5040-AD4D-48F938A154B9}" destId="{A629E69A-920F-284C-9B3A-324EB9EB4A4D}" srcOrd="6" destOrd="0" presId="urn:microsoft.com/office/officeart/2008/layout/LinedList"/>
    <dgm:cxn modelId="{BFB26DE0-8A8D-AE47-AEF8-73A100398421}" type="presParOf" srcId="{78BFE0DC-5649-5040-AD4D-48F938A154B9}" destId="{D0C5E718-DF80-624F-B395-FA6A37184BBE}" srcOrd="7" destOrd="0" presId="urn:microsoft.com/office/officeart/2008/layout/LinedList"/>
    <dgm:cxn modelId="{71264924-CE5E-4A4C-9FF2-5DFD7922195F}" type="presParOf" srcId="{D0C5E718-DF80-624F-B395-FA6A37184BBE}" destId="{EF939924-C54D-854A-AB4C-A0BC17ABFF1B}" srcOrd="0" destOrd="0" presId="urn:microsoft.com/office/officeart/2008/layout/LinedList"/>
    <dgm:cxn modelId="{E15E72AC-F593-CE4B-834C-99171C9721E4}" type="presParOf" srcId="{D0C5E718-DF80-624F-B395-FA6A37184BBE}" destId="{5003927F-9777-724F-AFE5-C16FB5EA2CE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74BD4E-2DC5-4BC9-A4C1-07B3F4C3A4B8}"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B5BEAAB3-6CA1-4272-81C9-E5B5FC5249E7}">
      <dgm:prSet/>
      <dgm:spPr/>
      <dgm:t>
        <a:bodyPr/>
        <a:lstStyle/>
        <a:p>
          <a:r>
            <a:rPr lang="en-US" b="1" dirty="0"/>
            <a:t>User:</a:t>
          </a:r>
          <a:r>
            <a:rPr lang="en-US" dirty="0"/>
            <a:t> Explain why sky is blue.</a:t>
          </a:r>
        </a:p>
      </dgm:t>
    </dgm:pt>
    <dgm:pt modelId="{848222FB-9790-4914-922B-F5D18AAF713A}" type="parTrans" cxnId="{4060A614-0034-4A02-9235-9E7BC86D7D29}">
      <dgm:prSet/>
      <dgm:spPr/>
      <dgm:t>
        <a:bodyPr/>
        <a:lstStyle/>
        <a:p>
          <a:endParaRPr lang="en-US"/>
        </a:p>
      </dgm:t>
    </dgm:pt>
    <dgm:pt modelId="{A78AA334-159C-450F-A46F-15FEC98A6E98}" type="sibTrans" cxnId="{4060A614-0034-4A02-9235-9E7BC86D7D29}">
      <dgm:prSet/>
      <dgm:spPr/>
      <dgm:t>
        <a:bodyPr/>
        <a:lstStyle/>
        <a:p>
          <a:endParaRPr lang="en-US"/>
        </a:p>
      </dgm:t>
    </dgm:pt>
    <dgm:pt modelId="{7DE68414-652B-42D4-AB9E-FE78C47B1428}">
      <dgm:prSet/>
      <dgm:spPr/>
      <dgm:t>
        <a:bodyPr/>
        <a:lstStyle/>
        <a:p>
          <a:r>
            <a:rPr lang="en-US" b="1"/>
            <a:t>Assistant:</a:t>
          </a:r>
          <a:r>
            <a:rPr lang="en-US"/>
            <a:t> The sky appears blue because molecules in the atmosphere scatter sunlight, and shorter wavelengths like blue are scattered more than longer wavelengths such as red. This scattering causes us to see the sky as blue during the day.</a:t>
          </a:r>
        </a:p>
      </dgm:t>
    </dgm:pt>
    <dgm:pt modelId="{D74C66E9-FCA7-49DE-B359-BC9672D18A42}" type="parTrans" cxnId="{7D2D7A26-2FD2-4CAD-A96E-0260E59446D0}">
      <dgm:prSet/>
      <dgm:spPr/>
      <dgm:t>
        <a:bodyPr/>
        <a:lstStyle/>
        <a:p>
          <a:endParaRPr lang="en-US"/>
        </a:p>
      </dgm:t>
    </dgm:pt>
    <dgm:pt modelId="{C3C338E2-3171-4072-8A92-D6CBF7ECB34A}" type="sibTrans" cxnId="{7D2D7A26-2FD2-4CAD-A96E-0260E59446D0}">
      <dgm:prSet/>
      <dgm:spPr/>
      <dgm:t>
        <a:bodyPr/>
        <a:lstStyle/>
        <a:p>
          <a:endParaRPr lang="en-US"/>
        </a:p>
      </dgm:t>
    </dgm:pt>
    <dgm:pt modelId="{8F11C65C-E6C9-D64B-A2BD-77B76C45C6DA}" type="pres">
      <dgm:prSet presAssocID="{8E74BD4E-2DC5-4BC9-A4C1-07B3F4C3A4B8}" presName="Name0" presStyleCnt="0">
        <dgm:presLayoutVars>
          <dgm:dir/>
          <dgm:resizeHandles val="exact"/>
        </dgm:presLayoutVars>
      </dgm:prSet>
      <dgm:spPr/>
    </dgm:pt>
    <dgm:pt modelId="{311676FC-F512-8649-8452-DF444CA36CC4}" type="pres">
      <dgm:prSet presAssocID="{B5BEAAB3-6CA1-4272-81C9-E5B5FC5249E7}" presName="node" presStyleLbl="node1" presStyleIdx="0" presStyleCnt="2">
        <dgm:presLayoutVars>
          <dgm:bulletEnabled val="1"/>
        </dgm:presLayoutVars>
      </dgm:prSet>
      <dgm:spPr/>
    </dgm:pt>
    <dgm:pt modelId="{63E80E22-EE1F-3E47-8127-EAC7D4B7D4AD}" type="pres">
      <dgm:prSet presAssocID="{A78AA334-159C-450F-A46F-15FEC98A6E98}" presName="sibTrans" presStyleLbl="sibTrans1D1" presStyleIdx="0" presStyleCnt="1"/>
      <dgm:spPr/>
    </dgm:pt>
    <dgm:pt modelId="{49669DE3-0C42-294F-8B39-ECFF3730FF28}" type="pres">
      <dgm:prSet presAssocID="{A78AA334-159C-450F-A46F-15FEC98A6E98}" presName="connectorText" presStyleLbl="sibTrans1D1" presStyleIdx="0" presStyleCnt="1"/>
      <dgm:spPr/>
    </dgm:pt>
    <dgm:pt modelId="{9225CF5F-C141-324C-A0AE-A0C12842DD57}" type="pres">
      <dgm:prSet presAssocID="{7DE68414-652B-42D4-AB9E-FE78C47B1428}" presName="node" presStyleLbl="node1" presStyleIdx="1" presStyleCnt="2">
        <dgm:presLayoutVars>
          <dgm:bulletEnabled val="1"/>
        </dgm:presLayoutVars>
      </dgm:prSet>
      <dgm:spPr/>
    </dgm:pt>
  </dgm:ptLst>
  <dgm:cxnLst>
    <dgm:cxn modelId="{4060A614-0034-4A02-9235-9E7BC86D7D29}" srcId="{8E74BD4E-2DC5-4BC9-A4C1-07B3F4C3A4B8}" destId="{B5BEAAB3-6CA1-4272-81C9-E5B5FC5249E7}" srcOrd="0" destOrd="0" parTransId="{848222FB-9790-4914-922B-F5D18AAF713A}" sibTransId="{A78AA334-159C-450F-A46F-15FEC98A6E98}"/>
    <dgm:cxn modelId="{259DBC20-16B1-7A44-945A-7445A4FDE6FE}" type="presOf" srcId="{7DE68414-652B-42D4-AB9E-FE78C47B1428}" destId="{9225CF5F-C141-324C-A0AE-A0C12842DD57}" srcOrd="0" destOrd="0" presId="urn:microsoft.com/office/officeart/2016/7/layout/RepeatingBendingProcessNew"/>
    <dgm:cxn modelId="{7D2D7A26-2FD2-4CAD-A96E-0260E59446D0}" srcId="{8E74BD4E-2DC5-4BC9-A4C1-07B3F4C3A4B8}" destId="{7DE68414-652B-42D4-AB9E-FE78C47B1428}" srcOrd="1" destOrd="0" parTransId="{D74C66E9-FCA7-49DE-B359-BC9672D18A42}" sibTransId="{C3C338E2-3171-4072-8A92-D6CBF7ECB34A}"/>
    <dgm:cxn modelId="{006E543D-AD75-724D-89C6-62A64B5220B9}" type="presOf" srcId="{A78AA334-159C-450F-A46F-15FEC98A6E98}" destId="{49669DE3-0C42-294F-8B39-ECFF3730FF28}" srcOrd="1" destOrd="0" presId="urn:microsoft.com/office/officeart/2016/7/layout/RepeatingBendingProcessNew"/>
    <dgm:cxn modelId="{60750E99-86FD-6E40-984E-576EE41F7F15}" type="presOf" srcId="{B5BEAAB3-6CA1-4272-81C9-E5B5FC5249E7}" destId="{311676FC-F512-8649-8452-DF444CA36CC4}" srcOrd="0" destOrd="0" presId="urn:microsoft.com/office/officeart/2016/7/layout/RepeatingBendingProcessNew"/>
    <dgm:cxn modelId="{324E03AE-341D-EA45-A500-2920B4C16DCF}" type="presOf" srcId="{A78AA334-159C-450F-A46F-15FEC98A6E98}" destId="{63E80E22-EE1F-3E47-8127-EAC7D4B7D4AD}" srcOrd="0" destOrd="0" presId="urn:microsoft.com/office/officeart/2016/7/layout/RepeatingBendingProcessNew"/>
    <dgm:cxn modelId="{B098F0BE-E148-AF40-8734-94DFB98233E1}" type="presOf" srcId="{8E74BD4E-2DC5-4BC9-A4C1-07B3F4C3A4B8}" destId="{8F11C65C-E6C9-D64B-A2BD-77B76C45C6DA}" srcOrd="0" destOrd="0" presId="urn:microsoft.com/office/officeart/2016/7/layout/RepeatingBendingProcessNew"/>
    <dgm:cxn modelId="{1A649030-DE04-5047-9F3F-24306C8E0AE4}" type="presParOf" srcId="{8F11C65C-E6C9-D64B-A2BD-77B76C45C6DA}" destId="{311676FC-F512-8649-8452-DF444CA36CC4}" srcOrd="0" destOrd="0" presId="urn:microsoft.com/office/officeart/2016/7/layout/RepeatingBendingProcessNew"/>
    <dgm:cxn modelId="{26534366-32D7-3A43-BE96-4E4ED9A2088E}" type="presParOf" srcId="{8F11C65C-E6C9-D64B-A2BD-77B76C45C6DA}" destId="{63E80E22-EE1F-3E47-8127-EAC7D4B7D4AD}" srcOrd="1" destOrd="0" presId="urn:microsoft.com/office/officeart/2016/7/layout/RepeatingBendingProcessNew"/>
    <dgm:cxn modelId="{BCD270CC-82BC-8047-AC85-5B5E5EF0EDC1}" type="presParOf" srcId="{63E80E22-EE1F-3E47-8127-EAC7D4B7D4AD}" destId="{49669DE3-0C42-294F-8B39-ECFF3730FF28}" srcOrd="0" destOrd="0" presId="urn:microsoft.com/office/officeart/2016/7/layout/RepeatingBendingProcessNew"/>
    <dgm:cxn modelId="{D9E1B434-343A-E142-AAB8-58E049BA58C7}" type="presParOf" srcId="{8F11C65C-E6C9-D64B-A2BD-77B76C45C6DA}" destId="{9225CF5F-C141-324C-A0AE-A0C12842DD57}" srcOrd="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E696A8-805F-4A89-BF46-904D49E0399B}" type="doc">
      <dgm:prSet loTypeId="urn:microsoft.com/office/officeart/2016/7/layout/BasicProcessNew" loCatId="process" qsTypeId="urn:microsoft.com/office/officeart/2005/8/quickstyle/simple1" qsCatId="simple" csTypeId="urn:microsoft.com/office/officeart/2005/8/colors/colorful1" csCatId="colorful" phldr="1"/>
      <dgm:spPr/>
      <dgm:t>
        <a:bodyPr/>
        <a:lstStyle/>
        <a:p>
          <a:endParaRPr lang="en-US"/>
        </a:p>
      </dgm:t>
    </dgm:pt>
    <dgm:pt modelId="{738D62AF-5876-4FCB-8AF7-7D7C66A33D52}">
      <dgm:prSet/>
      <dgm:spPr/>
      <dgm:t>
        <a:bodyPr/>
        <a:lstStyle/>
        <a:p>
          <a:r>
            <a:rPr lang="en-US" b="1" dirty="0"/>
            <a:t>User:</a:t>
          </a:r>
          <a:r>
            <a:rPr lang="en-US" dirty="0"/>
            <a:t> Summarize following paragraph:</a:t>
          </a:r>
          <a:br>
            <a:rPr lang="en-US" dirty="0"/>
          </a:br>
          <a:r>
            <a:rPr lang="en-US" dirty="0"/>
            <a:t>“Artificial intelligence is transforming education by personalizing learning, providing instant feedback, and automating administrative tasks.”</a:t>
          </a:r>
        </a:p>
      </dgm:t>
    </dgm:pt>
    <dgm:pt modelId="{A32C57A9-E6E6-42D0-875F-361B18E248C1}" type="parTrans" cxnId="{4BD02F7C-8F24-4CB5-BBA8-156B62DBA944}">
      <dgm:prSet/>
      <dgm:spPr/>
      <dgm:t>
        <a:bodyPr/>
        <a:lstStyle/>
        <a:p>
          <a:endParaRPr lang="en-US"/>
        </a:p>
      </dgm:t>
    </dgm:pt>
    <dgm:pt modelId="{C23C65D9-83AC-40C6-8257-D2E0375B3E5F}" type="sibTrans" cxnId="{4BD02F7C-8F24-4CB5-BBA8-156B62DBA944}">
      <dgm:prSet/>
      <dgm:spPr/>
      <dgm:t>
        <a:bodyPr/>
        <a:lstStyle/>
        <a:p>
          <a:endParaRPr lang="en-US"/>
        </a:p>
      </dgm:t>
    </dgm:pt>
    <dgm:pt modelId="{5FB8CF38-C4BE-48C7-BF5C-286B2236D40B}">
      <dgm:prSet/>
      <dgm:spPr/>
      <dgm:t>
        <a:bodyPr/>
        <a:lstStyle/>
        <a:p>
          <a:r>
            <a:rPr lang="en-US" b="1" dirty="0"/>
            <a:t>Assistant:</a:t>
          </a:r>
          <a:r>
            <a:rPr lang="en-US" dirty="0"/>
            <a:t> AI improves education by tailoring lessons to students, giving immediate feedback, and reducing teachers’ administrative workload.</a:t>
          </a:r>
        </a:p>
      </dgm:t>
    </dgm:pt>
    <dgm:pt modelId="{024FB599-1AD9-45AB-BC00-D94E1375FD08}" type="parTrans" cxnId="{4894F3C7-BEFF-4508-A481-140C286449DF}">
      <dgm:prSet/>
      <dgm:spPr/>
      <dgm:t>
        <a:bodyPr/>
        <a:lstStyle/>
        <a:p>
          <a:endParaRPr lang="en-US"/>
        </a:p>
      </dgm:t>
    </dgm:pt>
    <dgm:pt modelId="{8F76CAFB-C68B-4522-9416-F7FDC39D8CC7}" type="sibTrans" cxnId="{4894F3C7-BEFF-4508-A481-140C286449DF}">
      <dgm:prSet/>
      <dgm:spPr/>
      <dgm:t>
        <a:bodyPr/>
        <a:lstStyle/>
        <a:p>
          <a:endParaRPr lang="en-US"/>
        </a:p>
      </dgm:t>
    </dgm:pt>
    <dgm:pt modelId="{69A8C95F-B250-4A4A-BE2E-DCD330EA2DFC}" type="pres">
      <dgm:prSet presAssocID="{65E696A8-805F-4A89-BF46-904D49E0399B}" presName="Name0" presStyleCnt="0">
        <dgm:presLayoutVars>
          <dgm:dir/>
          <dgm:resizeHandles val="exact"/>
        </dgm:presLayoutVars>
      </dgm:prSet>
      <dgm:spPr/>
    </dgm:pt>
    <dgm:pt modelId="{84DAA711-B871-2F40-8501-D34A8F319956}" type="pres">
      <dgm:prSet presAssocID="{738D62AF-5876-4FCB-8AF7-7D7C66A33D52}" presName="node" presStyleLbl="node1" presStyleIdx="0" presStyleCnt="3">
        <dgm:presLayoutVars>
          <dgm:bulletEnabled val="1"/>
        </dgm:presLayoutVars>
      </dgm:prSet>
      <dgm:spPr/>
    </dgm:pt>
    <dgm:pt modelId="{819351A4-57F6-964F-8274-551978687389}" type="pres">
      <dgm:prSet presAssocID="{C23C65D9-83AC-40C6-8257-D2E0375B3E5F}" presName="sibTransSpacerBeforeConnector" presStyleCnt="0"/>
      <dgm:spPr/>
    </dgm:pt>
    <dgm:pt modelId="{2C811C89-301A-F141-A530-D248912FDE70}" type="pres">
      <dgm:prSet presAssocID="{C23C65D9-83AC-40C6-8257-D2E0375B3E5F}" presName="sibTrans" presStyleLbl="node1" presStyleIdx="1" presStyleCnt="3"/>
      <dgm:spPr/>
    </dgm:pt>
    <dgm:pt modelId="{930EFA61-9983-7843-AEE2-5EF0331258D0}" type="pres">
      <dgm:prSet presAssocID="{C23C65D9-83AC-40C6-8257-D2E0375B3E5F}" presName="sibTransSpacerAfterConnector" presStyleCnt="0"/>
      <dgm:spPr/>
    </dgm:pt>
    <dgm:pt modelId="{9F11B576-306F-8848-B87B-F5E547BF6F6B}" type="pres">
      <dgm:prSet presAssocID="{5FB8CF38-C4BE-48C7-BF5C-286B2236D40B}" presName="node" presStyleLbl="node1" presStyleIdx="2" presStyleCnt="3">
        <dgm:presLayoutVars>
          <dgm:bulletEnabled val="1"/>
        </dgm:presLayoutVars>
      </dgm:prSet>
      <dgm:spPr/>
    </dgm:pt>
  </dgm:ptLst>
  <dgm:cxnLst>
    <dgm:cxn modelId="{16D29C09-966F-F245-9475-D18EA6E373C9}" type="presOf" srcId="{738D62AF-5876-4FCB-8AF7-7D7C66A33D52}" destId="{84DAA711-B871-2F40-8501-D34A8F319956}" srcOrd="0" destOrd="0" presId="urn:microsoft.com/office/officeart/2016/7/layout/BasicProcessNew"/>
    <dgm:cxn modelId="{59227F2F-5284-7949-B65E-BCB75A368B8F}" type="presOf" srcId="{5FB8CF38-C4BE-48C7-BF5C-286B2236D40B}" destId="{9F11B576-306F-8848-B87B-F5E547BF6F6B}" srcOrd="0" destOrd="0" presId="urn:microsoft.com/office/officeart/2016/7/layout/BasicProcessNew"/>
    <dgm:cxn modelId="{ABDA2879-FD5F-B841-A49A-32F8D4688358}" type="presOf" srcId="{65E696A8-805F-4A89-BF46-904D49E0399B}" destId="{69A8C95F-B250-4A4A-BE2E-DCD330EA2DFC}" srcOrd="0" destOrd="0" presId="urn:microsoft.com/office/officeart/2016/7/layout/BasicProcessNew"/>
    <dgm:cxn modelId="{4BD02F7C-8F24-4CB5-BBA8-156B62DBA944}" srcId="{65E696A8-805F-4A89-BF46-904D49E0399B}" destId="{738D62AF-5876-4FCB-8AF7-7D7C66A33D52}" srcOrd="0" destOrd="0" parTransId="{A32C57A9-E6E6-42D0-875F-361B18E248C1}" sibTransId="{C23C65D9-83AC-40C6-8257-D2E0375B3E5F}"/>
    <dgm:cxn modelId="{929CC3B0-7268-8649-B1E3-7686F14F4E6E}" type="presOf" srcId="{C23C65D9-83AC-40C6-8257-D2E0375B3E5F}" destId="{2C811C89-301A-F141-A530-D248912FDE70}" srcOrd="0" destOrd="0" presId="urn:microsoft.com/office/officeart/2016/7/layout/BasicProcessNew"/>
    <dgm:cxn modelId="{4894F3C7-BEFF-4508-A481-140C286449DF}" srcId="{65E696A8-805F-4A89-BF46-904D49E0399B}" destId="{5FB8CF38-C4BE-48C7-BF5C-286B2236D40B}" srcOrd="1" destOrd="0" parTransId="{024FB599-1AD9-45AB-BC00-D94E1375FD08}" sibTransId="{8F76CAFB-C68B-4522-9416-F7FDC39D8CC7}"/>
    <dgm:cxn modelId="{6AE991D9-F021-514D-86D1-F50C19178F20}" type="presParOf" srcId="{69A8C95F-B250-4A4A-BE2E-DCD330EA2DFC}" destId="{84DAA711-B871-2F40-8501-D34A8F319956}" srcOrd="0" destOrd="0" presId="urn:microsoft.com/office/officeart/2016/7/layout/BasicProcessNew"/>
    <dgm:cxn modelId="{703711A0-C977-BE42-9FEF-98916B47BB68}" type="presParOf" srcId="{69A8C95F-B250-4A4A-BE2E-DCD330EA2DFC}" destId="{819351A4-57F6-964F-8274-551978687389}" srcOrd="1" destOrd="0" presId="urn:microsoft.com/office/officeart/2016/7/layout/BasicProcessNew"/>
    <dgm:cxn modelId="{59027F76-DFC6-B64C-A3E4-841B6327E469}" type="presParOf" srcId="{69A8C95F-B250-4A4A-BE2E-DCD330EA2DFC}" destId="{2C811C89-301A-F141-A530-D248912FDE70}" srcOrd="2" destOrd="0" presId="urn:microsoft.com/office/officeart/2016/7/layout/BasicProcessNew"/>
    <dgm:cxn modelId="{93C5839C-0C2C-DA48-B4E4-6CE654D3B396}" type="presParOf" srcId="{69A8C95F-B250-4A4A-BE2E-DCD330EA2DFC}" destId="{930EFA61-9983-7843-AEE2-5EF0331258D0}" srcOrd="3" destOrd="0" presId="urn:microsoft.com/office/officeart/2016/7/layout/BasicProcessNew"/>
    <dgm:cxn modelId="{F140FB53-1DAD-2B47-8FE1-EECA1C1C5310}" type="presParOf" srcId="{69A8C95F-B250-4A4A-BE2E-DCD330EA2DFC}" destId="{9F11B576-306F-8848-B87B-F5E547BF6F6B}" srcOrd="4" destOrd="0" presId="urn:microsoft.com/office/officeart/2016/7/layout/Basic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781007-21ED-4EDB-AC6E-636AE1118E30}" type="doc">
      <dgm:prSet loTypeId="urn:microsoft.com/office/officeart/2005/8/layout/cycle2" loCatId="cycle" qsTypeId="urn:microsoft.com/office/officeart/2005/8/quickstyle/simple1" qsCatId="simple" csTypeId="urn:microsoft.com/office/officeart/2005/8/colors/colorful1" csCatId="colorful"/>
      <dgm:spPr/>
      <dgm:t>
        <a:bodyPr/>
        <a:lstStyle/>
        <a:p>
          <a:endParaRPr lang="en-US"/>
        </a:p>
      </dgm:t>
    </dgm:pt>
    <dgm:pt modelId="{A1EEED77-5CC4-43CF-8090-E0AB8A4BD802}">
      <dgm:prSet/>
      <dgm:spPr/>
      <dgm:t>
        <a:bodyPr/>
        <a:lstStyle/>
        <a:p>
          <a:r>
            <a:rPr lang="en-US" b="1"/>
            <a:t>User:</a:t>
          </a:r>
          <a:r>
            <a:rPr lang="en-US"/>
            <a:t> Write a short poem about fall leaves.</a:t>
          </a:r>
        </a:p>
      </dgm:t>
    </dgm:pt>
    <dgm:pt modelId="{95BCFE54-0DD7-4492-925C-C2A28209235A}" type="parTrans" cxnId="{BE1AF440-7279-4FBF-86D2-161762F343A3}">
      <dgm:prSet/>
      <dgm:spPr/>
      <dgm:t>
        <a:bodyPr/>
        <a:lstStyle/>
        <a:p>
          <a:endParaRPr lang="en-US"/>
        </a:p>
      </dgm:t>
    </dgm:pt>
    <dgm:pt modelId="{AF5A4FCF-E727-4949-8C28-CB3462263528}" type="sibTrans" cxnId="{BE1AF440-7279-4FBF-86D2-161762F343A3}">
      <dgm:prSet/>
      <dgm:spPr/>
      <dgm:t>
        <a:bodyPr/>
        <a:lstStyle/>
        <a:p>
          <a:endParaRPr lang="en-US"/>
        </a:p>
      </dgm:t>
    </dgm:pt>
    <dgm:pt modelId="{6D26B3C0-9834-4867-90FD-9B1E8EB9AC5F}">
      <dgm:prSet/>
      <dgm:spPr/>
      <dgm:t>
        <a:bodyPr/>
        <a:lstStyle/>
        <a:p>
          <a:r>
            <a:rPr lang="en-US" b="1"/>
            <a:t>Assistant: </a:t>
          </a:r>
          <a:r>
            <a:rPr lang="en-US"/>
            <a:t>Golden whispers fill the air,</a:t>
          </a:r>
          <a:br>
            <a:rPr lang="en-US"/>
          </a:br>
          <a:r>
            <a:rPr lang="en-US"/>
            <a:t>Leaves drift softly without care.</a:t>
          </a:r>
          <a:br>
            <a:rPr lang="en-US"/>
          </a:br>
          <a:r>
            <a:rPr lang="en-US"/>
            <a:t>Crimson carpets line the ground,</a:t>
          </a:r>
          <a:br>
            <a:rPr lang="en-US"/>
          </a:br>
          <a:r>
            <a:rPr lang="en-US"/>
            <a:t>Autumn’s hush, a gentle sound.</a:t>
          </a:r>
        </a:p>
      </dgm:t>
    </dgm:pt>
    <dgm:pt modelId="{14707426-C6F8-499D-9FF2-9D4069D86B73}" type="parTrans" cxnId="{6005CE18-FE89-49E9-8671-579B210F4BF1}">
      <dgm:prSet/>
      <dgm:spPr/>
      <dgm:t>
        <a:bodyPr/>
        <a:lstStyle/>
        <a:p>
          <a:endParaRPr lang="en-US"/>
        </a:p>
      </dgm:t>
    </dgm:pt>
    <dgm:pt modelId="{5CDE55FE-89E0-4D52-B26F-286392309492}" type="sibTrans" cxnId="{6005CE18-FE89-49E9-8671-579B210F4BF1}">
      <dgm:prSet/>
      <dgm:spPr/>
      <dgm:t>
        <a:bodyPr/>
        <a:lstStyle/>
        <a:p>
          <a:endParaRPr lang="en-US"/>
        </a:p>
      </dgm:t>
    </dgm:pt>
    <dgm:pt modelId="{50DFCCD1-3703-C245-89B0-6A8A38635646}" type="pres">
      <dgm:prSet presAssocID="{CA781007-21ED-4EDB-AC6E-636AE1118E30}" presName="cycle" presStyleCnt="0">
        <dgm:presLayoutVars>
          <dgm:dir/>
          <dgm:resizeHandles val="exact"/>
        </dgm:presLayoutVars>
      </dgm:prSet>
      <dgm:spPr/>
    </dgm:pt>
    <dgm:pt modelId="{5CBD8E87-E963-1A40-8CEE-9FEC5900A260}" type="pres">
      <dgm:prSet presAssocID="{A1EEED77-5CC4-43CF-8090-E0AB8A4BD802}" presName="node" presStyleLbl="node1" presStyleIdx="0" presStyleCnt="2">
        <dgm:presLayoutVars>
          <dgm:bulletEnabled val="1"/>
        </dgm:presLayoutVars>
      </dgm:prSet>
      <dgm:spPr/>
    </dgm:pt>
    <dgm:pt modelId="{0FB4A8DD-C8BC-6C4A-8BA5-3A8705B6DB03}" type="pres">
      <dgm:prSet presAssocID="{AF5A4FCF-E727-4949-8C28-CB3462263528}" presName="sibTrans" presStyleLbl="sibTrans2D1" presStyleIdx="0" presStyleCnt="2"/>
      <dgm:spPr/>
    </dgm:pt>
    <dgm:pt modelId="{4CAB0C41-27EB-3D4B-85D8-C019FB08CC08}" type="pres">
      <dgm:prSet presAssocID="{AF5A4FCF-E727-4949-8C28-CB3462263528}" presName="connectorText" presStyleLbl="sibTrans2D1" presStyleIdx="0" presStyleCnt="2"/>
      <dgm:spPr/>
    </dgm:pt>
    <dgm:pt modelId="{1CF6C79F-3B09-B940-B708-1960C3708E16}" type="pres">
      <dgm:prSet presAssocID="{6D26B3C0-9834-4867-90FD-9B1E8EB9AC5F}" presName="node" presStyleLbl="node1" presStyleIdx="1" presStyleCnt="2">
        <dgm:presLayoutVars>
          <dgm:bulletEnabled val="1"/>
        </dgm:presLayoutVars>
      </dgm:prSet>
      <dgm:spPr/>
    </dgm:pt>
    <dgm:pt modelId="{6296EE21-40D5-AD49-9573-33008FE6927A}" type="pres">
      <dgm:prSet presAssocID="{5CDE55FE-89E0-4D52-B26F-286392309492}" presName="sibTrans" presStyleLbl="sibTrans2D1" presStyleIdx="1" presStyleCnt="2"/>
      <dgm:spPr/>
    </dgm:pt>
    <dgm:pt modelId="{DBEB32C6-1B7D-B548-B07B-482F748F4634}" type="pres">
      <dgm:prSet presAssocID="{5CDE55FE-89E0-4D52-B26F-286392309492}" presName="connectorText" presStyleLbl="sibTrans2D1" presStyleIdx="1" presStyleCnt="2"/>
      <dgm:spPr/>
    </dgm:pt>
  </dgm:ptLst>
  <dgm:cxnLst>
    <dgm:cxn modelId="{6005CE18-FE89-49E9-8671-579B210F4BF1}" srcId="{CA781007-21ED-4EDB-AC6E-636AE1118E30}" destId="{6D26B3C0-9834-4867-90FD-9B1E8EB9AC5F}" srcOrd="1" destOrd="0" parTransId="{14707426-C6F8-499D-9FF2-9D4069D86B73}" sibTransId="{5CDE55FE-89E0-4D52-B26F-286392309492}"/>
    <dgm:cxn modelId="{4BA68C1B-4CAD-F446-80D0-CF03A0A3C34B}" type="presOf" srcId="{AF5A4FCF-E727-4949-8C28-CB3462263528}" destId="{4CAB0C41-27EB-3D4B-85D8-C019FB08CC08}" srcOrd="1" destOrd="0" presId="urn:microsoft.com/office/officeart/2005/8/layout/cycle2"/>
    <dgm:cxn modelId="{BE1AF440-7279-4FBF-86D2-161762F343A3}" srcId="{CA781007-21ED-4EDB-AC6E-636AE1118E30}" destId="{A1EEED77-5CC4-43CF-8090-E0AB8A4BD802}" srcOrd="0" destOrd="0" parTransId="{95BCFE54-0DD7-4492-925C-C2A28209235A}" sibTransId="{AF5A4FCF-E727-4949-8C28-CB3462263528}"/>
    <dgm:cxn modelId="{33B27441-4550-294E-83A6-02B9F24F8614}" type="presOf" srcId="{AF5A4FCF-E727-4949-8C28-CB3462263528}" destId="{0FB4A8DD-C8BC-6C4A-8BA5-3A8705B6DB03}" srcOrd="0" destOrd="0" presId="urn:microsoft.com/office/officeart/2005/8/layout/cycle2"/>
    <dgm:cxn modelId="{723B1075-8A2C-B540-9CC3-4110A485052C}" type="presOf" srcId="{5CDE55FE-89E0-4D52-B26F-286392309492}" destId="{DBEB32C6-1B7D-B548-B07B-482F748F4634}" srcOrd="1" destOrd="0" presId="urn:microsoft.com/office/officeart/2005/8/layout/cycle2"/>
    <dgm:cxn modelId="{C33EF284-AB8D-154C-B153-F3CC6BDAF1C4}" type="presOf" srcId="{5CDE55FE-89E0-4D52-B26F-286392309492}" destId="{6296EE21-40D5-AD49-9573-33008FE6927A}" srcOrd="0" destOrd="0" presId="urn:microsoft.com/office/officeart/2005/8/layout/cycle2"/>
    <dgm:cxn modelId="{FAF1658E-0285-7B42-8E74-16266AEA7F16}" type="presOf" srcId="{6D26B3C0-9834-4867-90FD-9B1E8EB9AC5F}" destId="{1CF6C79F-3B09-B940-B708-1960C3708E16}" srcOrd="0" destOrd="0" presId="urn:microsoft.com/office/officeart/2005/8/layout/cycle2"/>
    <dgm:cxn modelId="{1B7169A4-BE8E-BC48-BE6D-4E2DD9C4CEE6}" type="presOf" srcId="{A1EEED77-5CC4-43CF-8090-E0AB8A4BD802}" destId="{5CBD8E87-E963-1A40-8CEE-9FEC5900A260}" srcOrd="0" destOrd="0" presId="urn:microsoft.com/office/officeart/2005/8/layout/cycle2"/>
    <dgm:cxn modelId="{330BF0D2-4C15-354E-991E-BD43C4E2AC9E}" type="presOf" srcId="{CA781007-21ED-4EDB-AC6E-636AE1118E30}" destId="{50DFCCD1-3703-C245-89B0-6A8A38635646}" srcOrd="0" destOrd="0" presId="urn:microsoft.com/office/officeart/2005/8/layout/cycle2"/>
    <dgm:cxn modelId="{264AC87B-03EE-D148-9C3E-782BE82CB126}" type="presParOf" srcId="{50DFCCD1-3703-C245-89B0-6A8A38635646}" destId="{5CBD8E87-E963-1A40-8CEE-9FEC5900A260}" srcOrd="0" destOrd="0" presId="urn:microsoft.com/office/officeart/2005/8/layout/cycle2"/>
    <dgm:cxn modelId="{D9F0BB4F-E26F-3140-BA31-89DE07AD149C}" type="presParOf" srcId="{50DFCCD1-3703-C245-89B0-6A8A38635646}" destId="{0FB4A8DD-C8BC-6C4A-8BA5-3A8705B6DB03}" srcOrd="1" destOrd="0" presId="urn:microsoft.com/office/officeart/2005/8/layout/cycle2"/>
    <dgm:cxn modelId="{B3FACDE2-33A6-364D-921F-F813C5D50886}" type="presParOf" srcId="{0FB4A8DD-C8BC-6C4A-8BA5-3A8705B6DB03}" destId="{4CAB0C41-27EB-3D4B-85D8-C019FB08CC08}" srcOrd="0" destOrd="0" presId="urn:microsoft.com/office/officeart/2005/8/layout/cycle2"/>
    <dgm:cxn modelId="{506A95E8-4CF3-3D48-AF44-D51FDF837D13}" type="presParOf" srcId="{50DFCCD1-3703-C245-89B0-6A8A38635646}" destId="{1CF6C79F-3B09-B940-B708-1960C3708E16}" srcOrd="2" destOrd="0" presId="urn:microsoft.com/office/officeart/2005/8/layout/cycle2"/>
    <dgm:cxn modelId="{D255EE9D-D180-2B45-83F6-B252BA50D454}" type="presParOf" srcId="{50DFCCD1-3703-C245-89B0-6A8A38635646}" destId="{6296EE21-40D5-AD49-9573-33008FE6927A}" srcOrd="3" destOrd="0" presId="urn:microsoft.com/office/officeart/2005/8/layout/cycle2"/>
    <dgm:cxn modelId="{5FAA7613-56AD-9448-8D58-44BE96B9B94D}" type="presParOf" srcId="{6296EE21-40D5-AD49-9573-33008FE6927A}" destId="{DBEB32C6-1B7D-B548-B07B-482F748F4634}"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955941-E786-4590-B8BB-8BDCE5BF1D70}"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FE60E1AB-12AA-48AD-8A88-B3751ABFB4A7}">
      <dgm:prSet/>
      <dgm:spPr/>
      <dgm:t>
        <a:bodyPr/>
        <a:lstStyle/>
        <a:p>
          <a:r>
            <a:rPr lang="en-US"/>
            <a:t>Combines reinforcement learning with human judgments.</a:t>
          </a:r>
        </a:p>
      </dgm:t>
    </dgm:pt>
    <dgm:pt modelId="{B9E99AC9-0AB2-4125-A3E1-B6A61E19308D}" type="parTrans" cxnId="{1E8E36A1-2920-401D-ACC8-69A649F4D31F}">
      <dgm:prSet/>
      <dgm:spPr/>
      <dgm:t>
        <a:bodyPr/>
        <a:lstStyle/>
        <a:p>
          <a:endParaRPr lang="en-US"/>
        </a:p>
      </dgm:t>
    </dgm:pt>
    <dgm:pt modelId="{7CF4CEDC-58A2-4E7C-98E8-82257F06FA3D}" type="sibTrans" cxnId="{1E8E36A1-2920-401D-ACC8-69A649F4D31F}">
      <dgm:prSet/>
      <dgm:spPr/>
      <dgm:t>
        <a:bodyPr/>
        <a:lstStyle/>
        <a:p>
          <a:endParaRPr lang="en-US"/>
        </a:p>
      </dgm:t>
    </dgm:pt>
    <dgm:pt modelId="{3ADAEE56-424E-49D6-8C47-B2B90B93A01C}">
      <dgm:prSet/>
      <dgm:spPr/>
      <dgm:t>
        <a:bodyPr/>
        <a:lstStyle/>
        <a:p>
          <a:r>
            <a:rPr lang="en-US"/>
            <a:t>Aligns model behavior with human values.</a:t>
          </a:r>
        </a:p>
      </dgm:t>
    </dgm:pt>
    <dgm:pt modelId="{05E5B567-891F-4BCC-A128-D6E176A0E001}" type="parTrans" cxnId="{847AD543-ECA1-4078-8B53-84ABCDB98028}">
      <dgm:prSet/>
      <dgm:spPr/>
      <dgm:t>
        <a:bodyPr/>
        <a:lstStyle/>
        <a:p>
          <a:endParaRPr lang="en-US"/>
        </a:p>
      </dgm:t>
    </dgm:pt>
    <dgm:pt modelId="{572B65A8-07CB-4FB8-BB32-D5FDB5876F2A}" type="sibTrans" cxnId="{847AD543-ECA1-4078-8B53-84ABCDB98028}">
      <dgm:prSet/>
      <dgm:spPr/>
      <dgm:t>
        <a:bodyPr/>
        <a:lstStyle/>
        <a:p>
          <a:endParaRPr lang="en-US"/>
        </a:p>
      </dgm:t>
    </dgm:pt>
    <dgm:pt modelId="{86774DCB-D573-4F34-8C74-254701E68D6D}">
      <dgm:prSet/>
      <dgm:spPr/>
      <dgm:t>
        <a:bodyPr/>
        <a:lstStyle/>
        <a:p>
          <a:r>
            <a:rPr lang="en-US"/>
            <a:t>Used in models like ChatGPT for better responses.</a:t>
          </a:r>
        </a:p>
      </dgm:t>
    </dgm:pt>
    <dgm:pt modelId="{8E07BDC2-012F-4166-A896-0EA659B67B5D}" type="parTrans" cxnId="{A5D51BB0-15DA-432E-9D24-CA02E735D142}">
      <dgm:prSet/>
      <dgm:spPr/>
      <dgm:t>
        <a:bodyPr/>
        <a:lstStyle/>
        <a:p>
          <a:endParaRPr lang="en-US"/>
        </a:p>
      </dgm:t>
    </dgm:pt>
    <dgm:pt modelId="{A0711591-589A-422D-93B8-A0273A88098B}" type="sibTrans" cxnId="{A5D51BB0-15DA-432E-9D24-CA02E735D142}">
      <dgm:prSet/>
      <dgm:spPr/>
      <dgm:t>
        <a:bodyPr/>
        <a:lstStyle/>
        <a:p>
          <a:endParaRPr lang="en-US"/>
        </a:p>
      </dgm:t>
    </dgm:pt>
    <dgm:pt modelId="{F1A98751-A953-4BB0-93B9-0FAC3A3AEC93}">
      <dgm:prSet/>
      <dgm:spPr/>
      <dgm:t>
        <a:bodyPr/>
        <a:lstStyle/>
        <a:p>
          <a:r>
            <a:rPr lang="en-US"/>
            <a:t>Challenges: bias, cost, scalability, consistency.</a:t>
          </a:r>
        </a:p>
      </dgm:t>
    </dgm:pt>
    <dgm:pt modelId="{B3FCCD28-C605-4478-BE00-2F813485C805}" type="parTrans" cxnId="{DE376777-0947-459D-A442-803C4D77A4F3}">
      <dgm:prSet/>
      <dgm:spPr/>
      <dgm:t>
        <a:bodyPr/>
        <a:lstStyle/>
        <a:p>
          <a:endParaRPr lang="en-US"/>
        </a:p>
      </dgm:t>
    </dgm:pt>
    <dgm:pt modelId="{6BD10C9E-7FC3-4408-951C-44AAEF7DC86B}" type="sibTrans" cxnId="{DE376777-0947-459D-A442-803C4D77A4F3}">
      <dgm:prSet/>
      <dgm:spPr/>
      <dgm:t>
        <a:bodyPr/>
        <a:lstStyle/>
        <a:p>
          <a:endParaRPr lang="en-US"/>
        </a:p>
      </dgm:t>
    </dgm:pt>
    <dgm:pt modelId="{164229A8-541A-AB47-B10E-D6AE657B3212}" type="pres">
      <dgm:prSet presAssocID="{1C955941-E786-4590-B8BB-8BDCE5BF1D70}" presName="outerComposite" presStyleCnt="0">
        <dgm:presLayoutVars>
          <dgm:chMax val="5"/>
          <dgm:dir/>
          <dgm:resizeHandles val="exact"/>
        </dgm:presLayoutVars>
      </dgm:prSet>
      <dgm:spPr/>
    </dgm:pt>
    <dgm:pt modelId="{C3193DA2-BFD7-D447-99D5-C9B03F4C3B18}" type="pres">
      <dgm:prSet presAssocID="{1C955941-E786-4590-B8BB-8BDCE5BF1D70}" presName="dummyMaxCanvas" presStyleCnt="0">
        <dgm:presLayoutVars/>
      </dgm:prSet>
      <dgm:spPr/>
    </dgm:pt>
    <dgm:pt modelId="{CBAD3894-15EF-D24A-8B64-F5E572C08AC7}" type="pres">
      <dgm:prSet presAssocID="{1C955941-E786-4590-B8BB-8BDCE5BF1D70}" presName="FourNodes_1" presStyleLbl="node1" presStyleIdx="0" presStyleCnt="4">
        <dgm:presLayoutVars>
          <dgm:bulletEnabled val="1"/>
        </dgm:presLayoutVars>
      </dgm:prSet>
      <dgm:spPr/>
    </dgm:pt>
    <dgm:pt modelId="{DEC7A0E7-E4C8-1647-8F7C-25EF425F4C4B}" type="pres">
      <dgm:prSet presAssocID="{1C955941-E786-4590-B8BB-8BDCE5BF1D70}" presName="FourNodes_2" presStyleLbl="node1" presStyleIdx="1" presStyleCnt="4">
        <dgm:presLayoutVars>
          <dgm:bulletEnabled val="1"/>
        </dgm:presLayoutVars>
      </dgm:prSet>
      <dgm:spPr/>
    </dgm:pt>
    <dgm:pt modelId="{DA6A374C-349F-9943-A2FD-A30468A49ED4}" type="pres">
      <dgm:prSet presAssocID="{1C955941-E786-4590-B8BB-8BDCE5BF1D70}" presName="FourNodes_3" presStyleLbl="node1" presStyleIdx="2" presStyleCnt="4">
        <dgm:presLayoutVars>
          <dgm:bulletEnabled val="1"/>
        </dgm:presLayoutVars>
      </dgm:prSet>
      <dgm:spPr/>
    </dgm:pt>
    <dgm:pt modelId="{7D149571-D507-724B-B2FD-DCAA20F44D8D}" type="pres">
      <dgm:prSet presAssocID="{1C955941-E786-4590-B8BB-8BDCE5BF1D70}" presName="FourNodes_4" presStyleLbl="node1" presStyleIdx="3" presStyleCnt="4">
        <dgm:presLayoutVars>
          <dgm:bulletEnabled val="1"/>
        </dgm:presLayoutVars>
      </dgm:prSet>
      <dgm:spPr/>
    </dgm:pt>
    <dgm:pt modelId="{58EF1422-8232-684F-9EB8-767789656E9B}" type="pres">
      <dgm:prSet presAssocID="{1C955941-E786-4590-B8BB-8BDCE5BF1D70}" presName="FourConn_1-2" presStyleLbl="fgAccFollowNode1" presStyleIdx="0" presStyleCnt="3">
        <dgm:presLayoutVars>
          <dgm:bulletEnabled val="1"/>
        </dgm:presLayoutVars>
      </dgm:prSet>
      <dgm:spPr/>
    </dgm:pt>
    <dgm:pt modelId="{ED0136D2-FCC1-AD45-97D7-55CE73A0F698}" type="pres">
      <dgm:prSet presAssocID="{1C955941-E786-4590-B8BB-8BDCE5BF1D70}" presName="FourConn_2-3" presStyleLbl="fgAccFollowNode1" presStyleIdx="1" presStyleCnt="3">
        <dgm:presLayoutVars>
          <dgm:bulletEnabled val="1"/>
        </dgm:presLayoutVars>
      </dgm:prSet>
      <dgm:spPr/>
    </dgm:pt>
    <dgm:pt modelId="{130A99BE-4DD6-E54B-B354-82BDE47BE068}" type="pres">
      <dgm:prSet presAssocID="{1C955941-E786-4590-B8BB-8BDCE5BF1D70}" presName="FourConn_3-4" presStyleLbl="fgAccFollowNode1" presStyleIdx="2" presStyleCnt="3">
        <dgm:presLayoutVars>
          <dgm:bulletEnabled val="1"/>
        </dgm:presLayoutVars>
      </dgm:prSet>
      <dgm:spPr/>
    </dgm:pt>
    <dgm:pt modelId="{B4D557D4-D09C-D944-B951-122F6FB3EADE}" type="pres">
      <dgm:prSet presAssocID="{1C955941-E786-4590-B8BB-8BDCE5BF1D70}" presName="FourNodes_1_text" presStyleLbl="node1" presStyleIdx="3" presStyleCnt="4">
        <dgm:presLayoutVars>
          <dgm:bulletEnabled val="1"/>
        </dgm:presLayoutVars>
      </dgm:prSet>
      <dgm:spPr/>
    </dgm:pt>
    <dgm:pt modelId="{136F917E-C0A6-B741-836B-A6821EE47A6E}" type="pres">
      <dgm:prSet presAssocID="{1C955941-E786-4590-B8BB-8BDCE5BF1D70}" presName="FourNodes_2_text" presStyleLbl="node1" presStyleIdx="3" presStyleCnt="4">
        <dgm:presLayoutVars>
          <dgm:bulletEnabled val="1"/>
        </dgm:presLayoutVars>
      </dgm:prSet>
      <dgm:spPr/>
    </dgm:pt>
    <dgm:pt modelId="{F658CD29-18F5-F64B-B6CF-10BDE004A7CA}" type="pres">
      <dgm:prSet presAssocID="{1C955941-E786-4590-B8BB-8BDCE5BF1D70}" presName="FourNodes_3_text" presStyleLbl="node1" presStyleIdx="3" presStyleCnt="4">
        <dgm:presLayoutVars>
          <dgm:bulletEnabled val="1"/>
        </dgm:presLayoutVars>
      </dgm:prSet>
      <dgm:spPr/>
    </dgm:pt>
    <dgm:pt modelId="{B1F7684B-C80A-7B47-8B9E-DBADF8B61E75}" type="pres">
      <dgm:prSet presAssocID="{1C955941-E786-4590-B8BB-8BDCE5BF1D70}" presName="FourNodes_4_text" presStyleLbl="node1" presStyleIdx="3" presStyleCnt="4">
        <dgm:presLayoutVars>
          <dgm:bulletEnabled val="1"/>
        </dgm:presLayoutVars>
      </dgm:prSet>
      <dgm:spPr/>
    </dgm:pt>
  </dgm:ptLst>
  <dgm:cxnLst>
    <dgm:cxn modelId="{7AD99810-89F5-BD49-BC97-1A6F7980FBBC}" type="presOf" srcId="{FE60E1AB-12AA-48AD-8A88-B3751ABFB4A7}" destId="{CBAD3894-15EF-D24A-8B64-F5E572C08AC7}" srcOrd="0" destOrd="0" presId="urn:microsoft.com/office/officeart/2005/8/layout/vProcess5"/>
    <dgm:cxn modelId="{3229EE3F-2A78-9F41-988B-70062DA105B9}" type="presOf" srcId="{3ADAEE56-424E-49D6-8C47-B2B90B93A01C}" destId="{136F917E-C0A6-B741-836B-A6821EE47A6E}" srcOrd="1" destOrd="0" presId="urn:microsoft.com/office/officeart/2005/8/layout/vProcess5"/>
    <dgm:cxn modelId="{847AD543-ECA1-4078-8B53-84ABCDB98028}" srcId="{1C955941-E786-4590-B8BB-8BDCE5BF1D70}" destId="{3ADAEE56-424E-49D6-8C47-B2B90B93A01C}" srcOrd="1" destOrd="0" parTransId="{05E5B567-891F-4BCC-A128-D6E176A0E001}" sibTransId="{572B65A8-07CB-4FB8-BB32-D5FDB5876F2A}"/>
    <dgm:cxn modelId="{DE39D773-CC36-104F-A975-205053D089A9}" type="presOf" srcId="{FE60E1AB-12AA-48AD-8A88-B3751ABFB4A7}" destId="{B4D557D4-D09C-D944-B951-122F6FB3EADE}" srcOrd="1" destOrd="0" presId="urn:microsoft.com/office/officeart/2005/8/layout/vProcess5"/>
    <dgm:cxn modelId="{DE376777-0947-459D-A442-803C4D77A4F3}" srcId="{1C955941-E786-4590-B8BB-8BDCE5BF1D70}" destId="{F1A98751-A953-4BB0-93B9-0FAC3A3AEC93}" srcOrd="3" destOrd="0" parTransId="{B3FCCD28-C605-4478-BE00-2F813485C805}" sibTransId="{6BD10C9E-7FC3-4408-951C-44AAEF7DC86B}"/>
    <dgm:cxn modelId="{A2DB688D-D7B4-8A47-82E4-52970CBD3AAB}" type="presOf" srcId="{1C955941-E786-4590-B8BB-8BDCE5BF1D70}" destId="{164229A8-541A-AB47-B10E-D6AE657B3212}" srcOrd="0" destOrd="0" presId="urn:microsoft.com/office/officeart/2005/8/layout/vProcess5"/>
    <dgm:cxn modelId="{7FEA7D90-1BE1-8640-98A7-3C454FF32FE1}" type="presOf" srcId="{F1A98751-A953-4BB0-93B9-0FAC3A3AEC93}" destId="{7D149571-D507-724B-B2FD-DCAA20F44D8D}" srcOrd="0" destOrd="0" presId="urn:microsoft.com/office/officeart/2005/8/layout/vProcess5"/>
    <dgm:cxn modelId="{4EFD8E90-E101-B745-A3E3-BA6EE69211F4}" type="presOf" srcId="{86774DCB-D573-4F34-8C74-254701E68D6D}" destId="{F658CD29-18F5-F64B-B6CF-10BDE004A7CA}" srcOrd="1" destOrd="0" presId="urn:microsoft.com/office/officeart/2005/8/layout/vProcess5"/>
    <dgm:cxn modelId="{8CCA3692-6F02-5140-9806-9BB6D17D67C3}" type="presOf" srcId="{3ADAEE56-424E-49D6-8C47-B2B90B93A01C}" destId="{DEC7A0E7-E4C8-1647-8F7C-25EF425F4C4B}" srcOrd="0" destOrd="0" presId="urn:microsoft.com/office/officeart/2005/8/layout/vProcess5"/>
    <dgm:cxn modelId="{1E8E36A1-2920-401D-ACC8-69A649F4D31F}" srcId="{1C955941-E786-4590-B8BB-8BDCE5BF1D70}" destId="{FE60E1AB-12AA-48AD-8A88-B3751ABFB4A7}" srcOrd="0" destOrd="0" parTransId="{B9E99AC9-0AB2-4125-A3E1-B6A61E19308D}" sibTransId="{7CF4CEDC-58A2-4E7C-98E8-82257F06FA3D}"/>
    <dgm:cxn modelId="{A5D51BB0-15DA-432E-9D24-CA02E735D142}" srcId="{1C955941-E786-4590-B8BB-8BDCE5BF1D70}" destId="{86774DCB-D573-4F34-8C74-254701E68D6D}" srcOrd="2" destOrd="0" parTransId="{8E07BDC2-012F-4166-A896-0EA659B67B5D}" sibTransId="{A0711591-589A-422D-93B8-A0273A88098B}"/>
    <dgm:cxn modelId="{7E557DC1-AE42-C845-B751-D2F0D41B3295}" type="presOf" srcId="{A0711591-589A-422D-93B8-A0273A88098B}" destId="{130A99BE-4DD6-E54B-B354-82BDE47BE068}" srcOrd="0" destOrd="0" presId="urn:microsoft.com/office/officeart/2005/8/layout/vProcess5"/>
    <dgm:cxn modelId="{A24BDED4-38D9-2A4E-8362-5508E7B818FD}" type="presOf" srcId="{F1A98751-A953-4BB0-93B9-0FAC3A3AEC93}" destId="{B1F7684B-C80A-7B47-8B9E-DBADF8B61E75}" srcOrd="1" destOrd="0" presId="urn:microsoft.com/office/officeart/2005/8/layout/vProcess5"/>
    <dgm:cxn modelId="{779FE1DC-0DDA-CF42-A59D-7DC697AA9C6E}" type="presOf" srcId="{86774DCB-D573-4F34-8C74-254701E68D6D}" destId="{DA6A374C-349F-9943-A2FD-A30468A49ED4}" srcOrd="0" destOrd="0" presId="urn:microsoft.com/office/officeart/2005/8/layout/vProcess5"/>
    <dgm:cxn modelId="{1549AEEC-D4D0-5441-89D5-4EA7BA6811DB}" type="presOf" srcId="{572B65A8-07CB-4FB8-BB32-D5FDB5876F2A}" destId="{ED0136D2-FCC1-AD45-97D7-55CE73A0F698}" srcOrd="0" destOrd="0" presId="urn:microsoft.com/office/officeart/2005/8/layout/vProcess5"/>
    <dgm:cxn modelId="{A623BDFD-0B01-CF43-93AF-B28645C14E40}" type="presOf" srcId="{7CF4CEDC-58A2-4E7C-98E8-82257F06FA3D}" destId="{58EF1422-8232-684F-9EB8-767789656E9B}" srcOrd="0" destOrd="0" presId="urn:microsoft.com/office/officeart/2005/8/layout/vProcess5"/>
    <dgm:cxn modelId="{D4D79CFC-7609-084C-A171-1D951B17C946}" type="presParOf" srcId="{164229A8-541A-AB47-B10E-D6AE657B3212}" destId="{C3193DA2-BFD7-D447-99D5-C9B03F4C3B18}" srcOrd="0" destOrd="0" presId="urn:microsoft.com/office/officeart/2005/8/layout/vProcess5"/>
    <dgm:cxn modelId="{D2CB1C36-AB96-894E-AAD4-F060A774E767}" type="presParOf" srcId="{164229A8-541A-AB47-B10E-D6AE657B3212}" destId="{CBAD3894-15EF-D24A-8B64-F5E572C08AC7}" srcOrd="1" destOrd="0" presId="urn:microsoft.com/office/officeart/2005/8/layout/vProcess5"/>
    <dgm:cxn modelId="{1D2E616C-4C51-5442-ABB4-620441D53EE0}" type="presParOf" srcId="{164229A8-541A-AB47-B10E-D6AE657B3212}" destId="{DEC7A0E7-E4C8-1647-8F7C-25EF425F4C4B}" srcOrd="2" destOrd="0" presId="urn:microsoft.com/office/officeart/2005/8/layout/vProcess5"/>
    <dgm:cxn modelId="{3EBE99B0-38E3-E547-9FC4-58570D30D5CA}" type="presParOf" srcId="{164229A8-541A-AB47-B10E-D6AE657B3212}" destId="{DA6A374C-349F-9943-A2FD-A30468A49ED4}" srcOrd="3" destOrd="0" presId="urn:microsoft.com/office/officeart/2005/8/layout/vProcess5"/>
    <dgm:cxn modelId="{3112799C-31E9-E347-858D-B4F6090322C8}" type="presParOf" srcId="{164229A8-541A-AB47-B10E-D6AE657B3212}" destId="{7D149571-D507-724B-B2FD-DCAA20F44D8D}" srcOrd="4" destOrd="0" presId="urn:microsoft.com/office/officeart/2005/8/layout/vProcess5"/>
    <dgm:cxn modelId="{0F79934C-8D63-8045-BC13-89222FEAC178}" type="presParOf" srcId="{164229A8-541A-AB47-B10E-D6AE657B3212}" destId="{58EF1422-8232-684F-9EB8-767789656E9B}" srcOrd="5" destOrd="0" presId="urn:microsoft.com/office/officeart/2005/8/layout/vProcess5"/>
    <dgm:cxn modelId="{C71FA735-1E85-7944-8818-DBA4BAE0C18D}" type="presParOf" srcId="{164229A8-541A-AB47-B10E-D6AE657B3212}" destId="{ED0136D2-FCC1-AD45-97D7-55CE73A0F698}" srcOrd="6" destOrd="0" presId="urn:microsoft.com/office/officeart/2005/8/layout/vProcess5"/>
    <dgm:cxn modelId="{E5D1521E-0966-554B-9298-73E083BDF49B}" type="presParOf" srcId="{164229A8-541A-AB47-B10E-D6AE657B3212}" destId="{130A99BE-4DD6-E54B-B354-82BDE47BE068}" srcOrd="7" destOrd="0" presId="urn:microsoft.com/office/officeart/2005/8/layout/vProcess5"/>
    <dgm:cxn modelId="{78FCA9BD-6E13-254E-8E2F-9DFBB9F95844}" type="presParOf" srcId="{164229A8-541A-AB47-B10E-D6AE657B3212}" destId="{B4D557D4-D09C-D944-B951-122F6FB3EADE}" srcOrd="8" destOrd="0" presId="urn:microsoft.com/office/officeart/2005/8/layout/vProcess5"/>
    <dgm:cxn modelId="{7175BFCD-3A44-F642-BF44-1AEEF8CC011D}" type="presParOf" srcId="{164229A8-541A-AB47-B10E-D6AE657B3212}" destId="{136F917E-C0A6-B741-836B-A6821EE47A6E}" srcOrd="9" destOrd="0" presId="urn:microsoft.com/office/officeart/2005/8/layout/vProcess5"/>
    <dgm:cxn modelId="{255D3182-5394-204D-853D-AD6BBECFB201}" type="presParOf" srcId="{164229A8-541A-AB47-B10E-D6AE657B3212}" destId="{F658CD29-18F5-F64B-B6CF-10BDE004A7CA}" srcOrd="10" destOrd="0" presId="urn:microsoft.com/office/officeart/2005/8/layout/vProcess5"/>
    <dgm:cxn modelId="{39B2821D-5014-5D4C-B6EA-5C554A64A043}" type="presParOf" srcId="{164229A8-541A-AB47-B10E-D6AE657B3212}" destId="{B1F7684B-C80A-7B47-8B9E-DBADF8B61E7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F9A92B5-3702-4B31-8809-63E9595BC8FF}"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BF32219C-D312-46DF-B6DF-F22469846D93}">
      <dgm:prSet/>
      <dgm:spPr/>
      <dgm:t>
        <a:bodyPr/>
        <a:lstStyle/>
        <a:p>
          <a:r>
            <a:rPr lang="en-US"/>
            <a:t>Prompt: Explain why exercise is important.</a:t>
          </a:r>
        </a:p>
      </dgm:t>
    </dgm:pt>
    <dgm:pt modelId="{8A066A1B-1A5A-43F3-8816-72BF5A46D036}" type="parTrans" cxnId="{FB832DFC-2E5D-411A-B706-1D58B0C19722}">
      <dgm:prSet/>
      <dgm:spPr/>
      <dgm:t>
        <a:bodyPr/>
        <a:lstStyle/>
        <a:p>
          <a:endParaRPr lang="en-US"/>
        </a:p>
      </dgm:t>
    </dgm:pt>
    <dgm:pt modelId="{BA199223-5153-4933-9B24-6FB959C1CB45}" type="sibTrans" cxnId="{FB832DFC-2E5D-411A-B706-1D58B0C19722}">
      <dgm:prSet/>
      <dgm:spPr/>
      <dgm:t>
        <a:bodyPr/>
        <a:lstStyle/>
        <a:p>
          <a:endParaRPr lang="en-US"/>
        </a:p>
      </dgm:t>
    </dgm:pt>
    <dgm:pt modelId="{B0C19ED7-E9F3-43BB-A612-257FA0829C3B}">
      <dgm:prSet/>
      <dgm:spPr/>
      <dgm:t>
        <a:bodyPr/>
        <a:lstStyle/>
        <a:p>
          <a:r>
            <a:rPr lang="en-US"/>
            <a:t>Response</a:t>
          </a:r>
        </a:p>
      </dgm:t>
    </dgm:pt>
    <dgm:pt modelId="{0C133987-B0CC-477F-852E-0110A3462E3F}" type="parTrans" cxnId="{61B897BF-BE8F-4A1A-B5C2-FC25160BFBE9}">
      <dgm:prSet/>
      <dgm:spPr/>
      <dgm:t>
        <a:bodyPr/>
        <a:lstStyle/>
        <a:p>
          <a:endParaRPr lang="en-US"/>
        </a:p>
      </dgm:t>
    </dgm:pt>
    <dgm:pt modelId="{D2E201FE-85B7-46AB-B1BB-C3D1701D9082}" type="sibTrans" cxnId="{61B897BF-BE8F-4A1A-B5C2-FC25160BFBE9}">
      <dgm:prSet/>
      <dgm:spPr/>
      <dgm:t>
        <a:bodyPr/>
        <a:lstStyle/>
        <a:p>
          <a:endParaRPr lang="en-US"/>
        </a:p>
      </dgm:t>
    </dgm:pt>
    <dgm:pt modelId="{E206E414-B14B-47FB-9923-965D3EE345C2}">
      <dgm:prSet/>
      <dgm:spPr/>
      <dgm:t>
        <a:bodyPr/>
        <a:lstStyle/>
        <a:p>
          <a:r>
            <a:rPr lang="en-US"/>
            <a:t>A: Exercise helps maintain physical health, improves mood, and increases energy levels.</a:t>
          </a:r>
        </a:p>
      </dgm:t>
    </dgm:pt>
    <dgm:pt modelId="{639B9AC3-139F-41CA-A8E2-70159D0BE9B5}" type="parTrans" cxnId="{212B634B-8CAB-46EB-9A4F-FD66BA32F8CF}">
      <dgm:prSet/>
      <dgm:spPr/>
      <dgm:t>
        <a:bodyPr/>
        <a:lstStyle/>
        <a:p>
          <a:endParaRPr lang="en-US"/>
        </a:p>
      </dgm:t>
    </dgm:pt>
    <dgm:pt modelId="{28AAA430-9EF4-4C08-8C24-870DD2CF8E07}" type="sibTrans" cxnId="{212B634B-8CAB-46EB-9A4F-FD66BA32F8CF}">
      <dgm:prSet/>
      <dgm:spPr/>
      <dgm:t>
        <a:bodyPr/>
        <a:lstStyle/>
        <a:p>
          <a:endParaRPr lang="en-US"/>
        </a:p>
      </dgm:t>
    </dgm:pt>
    <dgm:pt modelId="{DE6066FC-E2CE-4056-B7C1-B7CA9FD6D9B5}">
      <dgm:prSet/>
      <dgm:spPr/>
      <dgm:t>
        <a:bodyPr/>
        <a:lstStyle/>
        <a:p>
          <a:r>
            <a:rPr lang="en-US"/>
            <a:t>B: Exercise is good.</a:t>
          </a:r>
        </a:p>
      </dgm:t>
    </dgm:pt>
    <dgm:pt modelId="{C3F95746-45CE-42C9-AF64-3C78A4C52B49}" type="parTrans" cxnId="{62EBD3CA-074B-45B9-AD9C-98EB7D0E2441}">
      <dgm:prSet/>
      <dgm:spPr/>
      <dgm:t>
        <a:bodyPr/>
        <a:lstStyle/>
        <a:p>
          <a:endParaRPr lang="en-US"/>
        </a:p>
      </dgm:t>
    </dgm:pt>
    <dgm:pt modelId="{6E6E6367-DF86-42F5-8EC9-21E6F3D0C845}" type="sibTrans" cxnId="{62EBD3CA-074B-45B9-AD9C-98EB7D0E2441}">
      <dgm:prSet/>
      <dgm:spPr/>
      <dgm:t>
        <a:bodyPr/>
        <a:lstStyle/>
        <a:p>
          <a:endParaRPr lang="en-US"/>
        </a:p>
      </dgm:t>
    </dgm:pt>
    <dgm:pt modelId="{2E5D811C-B289-414B-A7E1-34C6004E98FF}">
      <dgm:prSet/>
      <dgm:spPr/>
      <dgm:t>
        <a:bodyPr/>
        <a:lstStyle/>
        <a:p>
          <a:r>
            <a:rPr lang="en-US"/>
            <a:t>Preferred A: Reward model will learn:</a:t>
          </a:r>
        </a:p>
      </dgm:t>
    </dgm:pt>
    <dgm:pt modelId="{3B4E55CC-910F-4EEF-BFC3-A0DAE2E92E5B}" type="parTrans" cxnId="{0E481902-9DFF-4002-B9F2-396780F26937}">
      <dgm:prSet/>
      <dgm:spPr/>
      <dgm:t>
        <a:bodyPr/>
        <a:lstStyle/>
        <a:p>
          <a:endParaRPr lang="en-US"/>
        </a:p>
      </dgm:t>
    </dgm:pt>
    <dgm:pt modelId="{E76F1DA4-D101-4AAD-BB8F-336181DAD045}" type="sibTrans" cxnId="{0E481902-9DFF-4002-B9F2-396780F26937}">
      <dgm:prSet/>
      <dgm:spPr/>
      <dgm:t>
        <a:bodyPr/>
        <a:lstStyle/>
        <a:p>
          <a:endParaRPr lang="en-US"/>
        </a:p>
      </dgm:t>
    </dgm:pt>
    <dgm:pt modelId="{7A9B4D5F-40AF-48C3-9887-942FC5937774}">
      <dgm:prSet/>
      <dgm:spPr/>
      <dgm:t>
        <a:bodyPr/>
        <a:lstStyle/>
        <a:p>
          <a:r>
            <a:rPr lang="en-US"/>
            <a:t>A = higher reward (detailed, helpful)</a:t>
          </a:r>
        </a:p>
      </dgm:t>
    </dgm:pt>
    <dgm:pt modelId="{378B4109-C2C8-4DE5-AA7C-86B727CBFDB5}" type="parTrans" cxnId="{04EC8A37-FFB9-4345-92F7-210F1F86BCD3}">
      <dgm:prSet/>
      <dgm:spPr/>
      <dgm:t>
        <a:bodyPr/>
        <a:lstStyle/>
        <a:p>
          <a:endParaRPr lang="en-US"/>
        </a:p>
      </dgm:t>
    </dgm:pt>
    <dgm:pt modelId="{4008A603-B7FF-4EFE-86F3-5C7CDE1F7A9B}" type="sibTrans" cxnId="{04EC8A37-FFB9-4345-92F7-210F1F86BCD3}">
      <dgm:prSet/>
      <dgm:spPr/>
      <dgm:t>
        <a:bodyPr/>
        <a:lstStyle/>
        <a:p>
          <a:endParaRPr lang="en-US"/>
        </a:p>
      </dgm:t>
    </dgm:pt>
    <dgm:pt modelId="{E70C1B26-121D-499B-99AC-FB9FE71DC2D7}">
      <dgm:prSet/>
      <dgm:spPr/>
      <dgm:t>
        <a:bodyPr/>
        <a:lstStyle/>
        <a:p>
          <a:r>
            <a:rPr lang="en-US"/>
            <a:t>B = lower reward (too vague)</a:t>
          </a:r>
        </a:p>
      </dgm:t>
    </dgm:pt>
    <dgm:pt modelId="{034A934C-656A-41EC-8485-7F6331F6850F}" type="parTrans" cxnId="{537D5FA6-80C8-485E-B2EC-8E74E6EF50BF}">
      <dgm:prSet/>
      <dgm:spPr/>
      <dgm:t>
        <a:bodyPr/>
        <a:lstStyle/>
        <a:p>
          <a:endParaRPr lang="en-US"/>
        </a:p>
      </dgm:t>
    </dgm:pt>
    <dgm:pt modelId="{16947BC5-F207-4E56-9D10-6DD2CB81F603}" type="sibTrans" cxnId="{537D5FA6-80C8-485E-B2EC-8E74E6EF50BF}">
      <dgm:prSet/>
      <dgm:spPr/>
      <dgm:t>
        <a:bodyPr/>
        <a:lstStyle/>
        <a:p>
          <a:endParaRPr lang="en-US"/>
        </a:p>
      </dgm:t>
    </dgm:pt>
    <dgm:pt modelId="{04F26D5D-1994-3349-A077-E0974E773DB5}" type="pres">
      <dgm:prSet presAssocID="{8F9A92B5-3702-4B31-8809-63E9595BC8FF}" presName="diagram" presStyleCnt="0">
        <dgm:presLayoutVars>
          <dgm:chPref val="1"/>
          <dgm:dir/>
          <dgm:animOne val="branch"/>
          <dgm:animLvl val="lvl"/>
          <dgm:resizeHandles/>
        </dgm:presLayoutVars>
      </dgm:prSet>
      <dgm:spPr/>
    </dgm:pt>
    <dgm:pt modelId="{96BBBA10-8087-F843-B2A0-A8F074945CBF}" type="pres">
      <dgm:prSet presAssocID="{BF32219C-D312-46DF-B6DF-F22469846D93}" presName="root" presStyleCnt="0"/>
      <dgm:spPr/>
    </dgm:pt>
    <dgm:pt modelId="{2325AA8F-5406-D044-8D6C-C3E483F3E9D3}" type="pres">
      <dgm:prSet presAssocID="{BF32219C-D312-46DF-B6DF-F22469846D93}" presName="rootComposite" presStyleCnt="0"/>
      <dgm:spPr/>
    </dgm:pt>
    <dgm:pt modelId="{22DE5BA1-B957-384C-B2B8-D9DAC789154F}" type="pres">
      <dgm:prSet presAssocID="{BF32219C-D312-46DF-B6DF-F22469846D93}" presName="rootText" presStyleLbl="node1" presStyleIdx="0" presStyleCnt="3"/>
      <dgm:spPr/>
    </dgm:pt>
    <dgm:pt modelId="{E87B0E3B-2F6E-2D4E-980C-9B18A48190C4}" type="pres">
      <dgm:prSet presAssocID="{BF32219C-D312-46DF-B6DF-F22469846D93}" presName="rootConnector" presStyleLbl="node1" presStyleIdx="0" presStyleCnt="3"/>
      <dgm:spPr/>
    </dgm:pt>
    <dgm:pt modelId="{D8FD6202-3B98-E540-9F3D-F78CAB7C213A}" type="pres">
      <dgm:prSet presAssocID="{BF32219C-D312-46DF-B6DF-F22469846D93}" presName="childShape" presStyleCnt="0"/>
      <dgm:spPr/>
    </dgm:pt>
    <dgm:pt modelId="{FB5E64DC-4568-2E4F-8762-C3E965701612}" type="pres">
      <dgm:prSet presAssocID="{B0C19ED7-E9F3-43BB-A612-257FA0829C3B}" presName="root" presStyleCnt="0"/>
      <dgm:spPr/>
    </dgm:pt>
    <dgm:pt modelId="{81990E99-93E2-8940-B91F-93F6EA074356}" type="pres">
      <dgm:prSet presAssocID="{B0C19ED7-E9F3-43BB-A612-257FA0829C3B}" presName="rootComposite" presStyleCnt="0"/>
      <dgm:spPr/>
    </dgm:pt>
    <dgm:pt modelId="{9CF00653-FDD4-A04B-ADD3-5904C0BE0820}" type="pres">
      <dgm:prSet presAssocID="{B0C19ED7-E9F3-43BB-A612-257FA0829C3B}" presName="rootText" presStyleLbl="node1" presStyleIdx="1" presStyleCnt="3"/>
      <dgm:spPr/>
    </dgm:pt>
    <dgm:pt modelId="{10A56CC4-7632-0D4E-B793-A4BB0DF408F5}" type="pres">
      <dgm:prSet presAssocID="{B0C19ED7-E9F3-43BB-A612-257FA0829C3B}" presName="rootConnector" presStyleLbl="node1" presStyleIdx="1" presStyleCnt="3"/>
      <dgm:spPr/>
    </dgm:pt>
    <dgm:pt modelId="{F7C5AF2F-DBAD-F648-9FB7-F46886FF9C5E}" type="pres">
      <dgm:prSet presAssocID="{B0C19ED7-E9F3-43BB-A612-257FA0829C3B}" presName="childShape" presStyleCnt="0"/>
      <dgm:spPr/>
    </dgm:pt>
    <dgm:pt modelId="{6159DDC9-3944-2446-8B39-EF28D71C51C4}" type="pres">
      <dgm:prSet presAssocID="{639B9AC3-139F-41CA-A8E2-70159D0BE9B5}" presName="Name13" presStyleLbl="parChTrans1D2" presStyleIdx="0" presStyleCnt="4"/>
      <dgm:spPr/>
    </dgm:pt>
    <dgm:pt modelId="{43AB3CF2-57D6-8A44-A648-AFE74D987905}" type="pres">
      <dgm:prSet presAssocID="{E206E414-B14B-47FB-9923-965D3EE345C2}" presName="childText" presStyleLbl="bgAcc1" presStyleIdx="0" presStyleCnt="4">
        <dgm:presLayoutVars>
          <dgm:bulletEnabled val="1"/>
        </dgm:presLayoutVars>
      </dgm:prSet>
      <dgm:spPr/>
    </dgm:pt>
    <dgm:pt modelId="{DF17E352-4124-DE47-8A69-408D186B241A}" type="pres">
      <dgm:prSet presAssocID="{C3F95746-45CE-42C9-AF64-3C78A4C52B49}" presName="Name13" presStyleLbl="parChTrans1D2" presStyleIdx="1" presStyleCnt="4"/>
      <dgm:spPr/>
    </dgm:pt>
    <dgm:pt modelId="{7B774C8B-D392-1249-A782-6F1E3AB2C09B}" type="pres">
      <dgm:prSet presAssocID="{DE6066FC-E2CE-4056-B7C1-B7CA9FD6D9B5}" presName="childText" presStyleLbl="bgAcc1" presStyleIdx="1" presStyleCnt="4">
        <dgm:presLayoutVars>
          <dgm:bulletEnabled val="1"/>
        </dgm:presLayoutVars>
      </dgm:prSet>
      <dgm:spPr/>
    </dgm:pt>
    <dgm:pt modelId="{FE6D758F-814D-0E44-B828-200EED4CC770}" type="pres">
      <dgm:prSet presAssocID="{2E5D811C-B289-414B-A7E1-34C6004E98FF}" presName="root" presStyleCnt="0"/>
      <dgm:spPr/>
    </dgm:pt>
    <dgm:pt modelId="{0C5C3B49-10A2-D144-B49D-43521FCA3EE1}" type="pres">
      <dgm:prSet presAssocID="{2E5D811C-B289-414B-A7E1-34C6004E98FF}" presName="rootComposite" presStyleCnt="0"/>
      <dgm:spPr/>
    </dgm:pt>
    <dgm:pt modelId="{CD64B2D8-EFD7-404C-90D0-E4AE2A1CCBE2}" type="pres">
      <dgm:prSet presAssocID="{2E5D811C-B289-414B-A7E1-34C6004E98FF}" presName="rootText" presStyleLbl="node1" presStyleIdx="2" presStyleCnt="3"/>
      <dgm:spPr/>
    </dgm:pt>
    <dgm:pt modelId="{88D1022E-8DF9-984D-B54B-63A7FD61CBFB}" type="pres">
      <dgm:prSet presAssocID="{2E5D811C-B289-414B-A7E1-34C6004E98FF}" presName="rootConnector" presStyleLbl="node1" presStyleIdx="2" presStyleCnt="3"/>
      <dgm:spPr/>
    </dgm:pt>
    <dgm:pt modelId="{B8B51D9B-3316-3A48-B090-D6FDC4E0B8ED}" type="pres">
      <dgm:prSet presAssocID="{2E5D811C-B289-414B-A7E1-34C6004E98FF}" presName="childShape" presStyleCnt="0"/>
      <dgm:spPr/>
    </dgm:pt>
    <dgm:pt modelId="{CE4CE52D-AC62-714B-B6EF-AFAF952E69B4}" type="pres">
      <dgm:prSet presAssocID="{378B4109-C2C8-4DE5-AA7C-86B727CBFDB5}" presName="Name13" presStyleLbl="parChTrans1D2" presStyleIdx="2" presStyleCnt="4"/>
      <dgm:spPr/>
    </dgm:pt>
    <dgm:pt modelId="{FECDC21D-0673-9343-A525-F8026BB6AB6E}" type="pres">
      <dgm:prSet presAssocID="{7A9B4D5F-40AF-48C3-9887-942FC5937774}" presName="childText" presStyleLbl="bgAcc1" presStyleIdx="2" presStyleCnt="4">
        <dgm:presLayoutVars>
          <dgm:bulletEnabled val="1"/>
        </dgm:presLayoutVars>
      </dgm:prSet>
      <dgm:spPr/>
    </dgm:pt>
    <dgm:pt modelId="{26F39C0D-44FD-B641-8AED-641909DE1B24}" type="pres">
      <dgm:prSet presAssocID="{034A934C-656A-41EC-8485-7F6331F6850F}" presName="Name13" presStyleLbl="parChTrans1D2" presStyleIdx="3" presStyleCnt="4"/>
      <dgm:spPr/>
    </dgm:pt>
    <dgm:pt modelId="{B1542C16-58B3-2549-8BEF-8702A7F777AB}" type="pres">
      <dgm:prSet presAssocID="{E70C1B26-121D-499B-99AC-FB9FE71DC2D7}" presName="childText" presStyleLbl="bgAcc1" presStyleIdx="3" presStyleCnt="4">
        <dgm:presLayoutVars>
          <dgm:bulletEnabled val="1"/>
        </dgm:presLayoutVars>
      </dgm:prSet>
      <dgm:spPr/>
    </dgm:pt>
  </dgm:ptLst>
  <dgm:cxnLst>
    <dgm:cxn modelId="{0E481902-9DFF-4002-B9F2-396780F26937}" srcId="{8F9A92B5-3702-4B31-8809-63E9595BC8FF}" destId="{2E5D811C-B289-414B-A7E1-34C6004E98FF}" srcOrd="2" destOrd="0" parTransId="{3B4E55CC-910F-4EEF-BFC3-A0DAE2E92E5B}" sibTransId="{E76F1DA4-D101-4AAD-BB8F-336181DAD045}"/>
    <dgm:cxn modelId="{4B2F9705-79DC-0245-B540-4BD16245BD66}" type="presOf" srcId="{639B9AC3-139F-41CA-A8E2-70159D0BE9B5}" destId="{6159DDC9-3944-2446-8B39-EF28D71C51C4}" srcOrd="0" destOrd="0" presId="urn:microsoft.com/office/officeart/2005/8/layout/hierarchy3"/>
    <dgm:cxn modelId="{5E1C0006-E0E1-BD4A-8EA5-17FA791A22BC}" type="presOf" srcId="{E206E414-B14B-47FB-9923-965D3EE345C2}" destId="{43AB3CF2-57D6-8A44-A648-AFE74D987905}" srcOrd="0" destOrd="0" presId="urn:microsoft.com/office/officeart/2005/8/layout/hierarchy3"/>
    <dgm:cxn modelId="{BC84381A-E9F1-1C45-BFE7-C6C87C3F5DC3}" type="presOf" srcId="{C3F95746-45CE-42C9-AF64-3C78A4C52B49}" destId="{DF17E352-4124-DE47-8A69-408D186B241A}" srcOrd="0" destOrd="0" presId="urn:microsoft.com/office/officeart/2005/8/layout/hierarchy3"/>
    <dgm:cxn modelId="{04EC8A37-FFB9-4345-92F7-210F1F86BCD3}" srcId="{2E5D811C-B289-414B-A7E1-34C6004E98FF}" destId="{7A9B4D5F-40AF-48C3-9887-942FC5937774}" srcOrd="0" destOrd="0" parTransId="{378B4109-C2C8-4DE5-AA7C-86B727CBFDB5}" sibTransId="{4008A603-B7FF-4EFE-86F3-5C7CDE1F7A9B}"/>
    <dgm:cxn modelId="{212B634B-8CAB-46EB-9A4F-FD66BA32F8CF}" srcId="{B0C19ED7-E9F3-43BB-A612-257FA0829C3B}" destId="{E206E414-B14B-47FB-9923-965D3EE345C2}" srcOrd="0" destOrd="0" parTransId="{639B9AC3-139F-41CA-A8E2-70159D0BE9B5}" sibTransId="{28AAA430-9EF4-4C08-8C24-870DD2CF8E07}"/>
    <dgm:cxn modelId="{3C47705A-705F-DF49-B705-F1F3749166F7}" type="presOf" srcId="{8F9A92B5-3702-4B31-8809-63E9595BC8FF}" destId="{04F26D5D-1994-3349-A077-E0974E773DB5}" srcOrd="0" destOrd="0" presId="urn:microsoft.com/office/officeart/2005/8/layout/hierarchy3"/>
    <dgm:cxn modelId="{8635D960-D491-D44F-98CB-7F32E8C11A30}" type="presOf" srcId="{2E5D811C-B289-414B-A7E1-34C6004E98FF}" destId="{CD64B2D8-EFD7-404C-90D0-E4AE2A1CCBE2}" srcOrd="0" destOrd="0" presId="urn:microsoft.com/office/officeart/2005/8/layout/hierarchy3"/>
    <dgm:cxn modelId="{EC69AF6F-ED02-E84D-959B-95F1C0FCFF8F}" type="presOf" srcId="{7A9B4D5F-40AF-48C3-9887-942FC5937774}" destId="{FECDC21D-0673-9343-A525-F8026BB6AB6E}" srcOrd="0" destOrd="0" presId="urn:microsoft.com/office/officeart/2005/8/layout/hierarchy3"/>
    <dgm:cxn modelId="{45CDA382-64E4-8446-99A3-652554E6C65D}" type="presOf" srcId="{378B4109-C2C8-4DE5-AA7C-86B727CBFDB5}" destId="{CE4CE52D-AC62-714B-B6EF-AFAF952E69B4}" srcOrd="0" destOrd="0" presId="urn:microsoft.com/office/officeart/2005/8/layout/hierarchy3"/>
    <dgm:cxn modelId="{1A70159A-EEB6-B04F-85A9-39A637D3F5EC}" type="presOf" srcId="{BF32219C-D312-46DF-B6DF-F22469846D93}" destId="{E87B0E3B-2F6E-2D4E-980C-9B18A48190C4}" srcOrd="1" destOrd="0" presId="urn:microsoft.com/office/officeart/2005/8/layout/hierarchy3"/>
    <dgm:cxn modelId="{537D5FA6-80C8-485E-B2EC-8E74E6EF50BF}" srcId="{2E5D811C-B289-414B-A7E1-34C6004E98FF}" destId="{E70C1B26-121D-499B-99AC-FB9FE71DC2D7}" srcOrd="1" destOrd="0" parTransId="{034A934C-656A-41EC-8485-7F6331F6850F}" sibTransId="{16947BC5-F207-4E56-9D10-6DD2CB81F603}"/>
    <dgm:cxn modelId="{EBFA7ABC-7933-F347-9811-88F87FFB096C}" type="presOf" srcId="{034A934C-656A-41EC-8485-7F6331F6850F}" destId="{26F39C0D-44FD-B641-8AED-641909DE1B24}" srcOrd="0" destOrd="0" presId="urn:microsoft.com/office/officeart/2005/8/layout/hierarchy3"/>
    <dgm:cxn modelId="{9AEA48BF-018A-8846-8D72-8BB60C00F9A1}" type="presOf" srcId="{B0C19ED7-E9F3-43BB-A612-257FA0829C3B}" destId="{10A56CC4-7632-0D4E-B793-A4BB0DF408F5}" srcOrd="1" destOrd="0" presId="urn:microsoft.com/office/officeart/2005/8/layout/hierarchy3"/>
    <dgm:cxn modelId="{61B897BF-BE8F-4A1A-B5C2-FC25160BFBE9}" srcId="{8F9A92B5-3702-4B31-8809-63E9595BC8FF}" destId="{B0C19ED7-E9F3-43BB-A612-257FA0829C3B}" srcOrd="1" destOrd="0" parTransId="{0C133987-B0CC-477F-852E-0110A3462E3F}" sibTransId="{D2E201FE-85B7-46AB-B1BB-C3D1701D9082}"/>
    <dgm:cxn modelId="{62EBD3CA-074B-45B9-AD9C-98EB7D0E2441}" srcId="{B0C19ED7-E9F3-43BB-A612-257FA0829C3B}" destId="{DE6066FC-E2CE-4056-B7C1-B7CA9FD6D9B5}" srcOrd="1" destOrd="0" parTransId="{C3F95746-45CE-42C9-AF64-3C78A4C52B49}" sibTransId="{6E6E6367-DF86-42F5-8EC9-21E6F3D0C845}"/>
    <dgm:cxn modelId="{02F41CCB-8862-E94D-8193-BC047FB683D7}" type="presOf" srcId="{BF32219C-D312-46DF-B6DF-F22469846D93}" destId="{22DE5BA1-B957-384C-B2B8-D9DAC789154F}" srcOrd="0" destOrd="0" presId="urn:microsoft.com/office/officeart/2005/8/layout/hierarchy3"/>
    <dgm:cxn modelId="{998C1DCC-AEE1-D842-B675-09A125239BBE}" type="presOf" srcId="{E70C1B26-121D-499B-99AC-FB9FE71DC2D7}" destId="{B1542C16-58B3-2549-8BEF-8702A7F777AB}" srcOrd="0" destOrd="0" presId="urn:microsoft.com/office/officeart/2005/8/layout/hierarchy3"/>
    <dgm:cxn modelId="{5EC2E6D9-2838-5043-BF22-CBB71863DD79}" type="presOf" srcId="{DE6066FC-E2CE-4056-B7C1-B7CA9FD6D9B5}" destId="{7B774C8B-D392-1249-A782-6F1E3AB2C09B}" srcOrd="0" destOrd="0" presId="urn:microsoft.com/office/officeart/2005/8/layout/hierarchy3"/>
    <dgm:cxn modelId="{782184F7-1C8B-2A41-B116-62BB30DC8FA3}" type="presOf" srcId="{B0C19ED7-E9F3-43BB-A612-257FA0829C3B}" destId="{9CF00653-FDD4-A04B-ADD3-5904C0BE0820}" srcOrd="0" destOrd="0" presId="urn:microsoft.com/office/officeart/2005/8/layout/hierarchy3"/>
    <dgm:cxn modelId="{D3AC21FC-FF7D-AE4E-BE09-2CFC789D7953}" type="presOf" srcId="{2E5D811C-B289-414B-A7E1-34C6004E98FF}" destId="{88D1022E-8DF9-984D-B54B-63A7FD61CBFB}" srcOrd="1" destOrd="0" presId="urn:microsoft.com/office/officeart/2005/8/layout/hierarchy3"/>
    <dgm:cxn modelId="{FB832DFC-2E5D-411A-B706-1D58B0C19722}" srcId="{8F9A92B5-3702-4B31-8809-63E9595BC8FF}" destId="{BF32219C-D312-46DF-B6DF-F22469846D93}" srcOrd="0" destOrd="0" parTransId="{8A066A1B-1A5A-43F3-8816-72BF5A46D036}" sibTransId="{BA199223-5153-4933-9B24-6FB959C1CB45}"/>
    <dgm:cxn modelId="{218400CC-35B1-104B-A99D-38D704D006C1}" type="presParOf" srcId="{04F26D5D-1994-3349-A077-E0974E773DB5}" destId="{96BBBA10-8087-F843-B2A0-A8F074945CBF}" srcOrd="0" destOrd="0" presId="urn:microsoft.com/office/officeart/2005/8/layout/hierarchy3"/>
    <dgm:cxn modelId="{2A15AAF7-5AF0-C74A-BB7E-3EC0A83C8B87}" type="presParOf" srcId="{96BBBA10-8087-F843-B2A0-A8F074945CBF}" destId="{2325AA8F-5406-D044-8D6C-C3E483F3E9D3}" srcOrd="0" destOrd="0" presId="urn:microsoft.com/office/officeart/2005/8/layout/hierarchy3"/>
    <dgm:cxn modelId="{38F73CC1-8654-A84B-88DE-513B364E7D4C}" type="presParOf" srcId="{2325AA8F-5406-D044-8D6C-C3E483F3E9D3}" destId="{22DE5BA1-B957-384C-B2B8-D9DAC789154F}" srcOrd="0" destOrd="0" presId="urn:microsoft.com/office/officeart/2005/8/layout/hierarchy3"/>
    <dgm:cxn modelId="{10658B48-F603-A745-AA04-831039E58826}" type="presParOf" srcId="{2325AA8F-5406-D044-8D6C-C3E483F3E9D3}" destId="{E87B0E3B-2F6E-2D4E-980C-9B18A48190C4}" srcOrd="1" destOrd="0" presId="urn:microsoft.com/office/officeart/2005/8/layout/hierarchy3"/>
    <dgm:cxn modelId="{EDEC60DA-D594-D646-8C33-4071FE73B6CA}" type="presParOf" srcId="{96BBBA10-8087-F843-B2A0-A8F074945CBF}" destId="{D8FD6202-3B98-E540-9F3D-F78CAB7C213A}" srcOrd="1" destOrd="0" presId="urn:microsoft.com/office/officeart/2005/8/layout/hierarchy3"/>
    <dgm:cxn modelId="{CFFA5829-9A71-7545-B7B6-E64549787C03}" type="presParOf" srcId="{04F26D5D-1994-3349-A077-E0974E773DB5}" destId="{FB5E64DC-4568-2E4F-8762-C3E965701612}" srcOrd="1" destOrd="0" presId="urn:microsoft.com/office/officeart/2005/8/layout/hierarchy3"/>
    <dgm:cxn modelId="{E35667BA-BFA9-6B44-8371-5DDFD64BA75D}" type="presParOf" srcId="{FB5E64DC-4568-2E4F-8762-C3E965701612}" destId="{81990E99-93E2-8940-B91F-93F6EA074356}" srcOrd="0" destOrd="0" presId="urn:microsoft.com/office/officeart/2005/8/layout/hierarchy3"/>
    <dgm:cxn modelId="{A1586F3A-2619-7649-B176-23F854D81F60}" type="presParOf" srcId="{81990E99-93E2-8940-B91F-93F6EA074356}" destId="{9CF00653-FDD4-A04B-ADD3-5904C0BE0820}" srcOrd="0" destOrd="0" presId="urn:microsoft.com/office/officeart/2005/8/layout/hierarchy3"/>
    <dgm:cxn modelId="{B718E00D-0B61-2045-A4DC-C0BBB167D013}" type="presParOf" srcId="{81990E99-93E2-8940-B91F-93F6EA074356}" destId="{10A56CC4-7632-0D4E-B793-A4BB0DF408F5}" srcOrd="1" destOrd="0" presId="urn:microsoft.com/office/officeart/2005/8/layout/hierarchy3"/>
    <dgm:cxn modelId="{4E4CDE78-6586-9741-A020-F927577E967E}" type="presParOf" srcId="{FB5E64DC-4568-2E4F-8762-C3E965701612}" destId="{F7C5AF2F-DBAD-F648-9FB7-F46886FF9C5E}" srcOrd="1" destOrd="0" presId="urn:microsoft.com/office/officeart/2005/8/layout/hierarchy3"/>
    <dgm:cxn modelId="{885EAA3D-EEAD-E447-9BFD-5FEAFF04BA71}" type="presParOf" srcId="{F7C5AF2F-DBAD-F648-9FB7-F46886FF9C5E}" destId="{6159DDC9-3944-2446-8B39-EF28D71C51C4}" srcOrd="0" destOrd="0" presId="urn:microsoft.com/office/officeart/2005/8/layout/hierarchy3"/>
    <dgm:cxn modelId="{0418F43C-774F-0940-8D96-2831EDCC893F}" type="presParOf" srcId="{F7C5AF2F-DBAD-F648-9FB7-F46886FF9C5E}" destId="{43AB3CF2-57D6-8A44-A648-AFE74D987905}" srcOrd="1" destOrd="0" presId="urn:microsoft.com/office/officeart/2005/8/layout/hierarchy3"/>
    <dgm:cxn modelId="{3B250415-B5B1-7849-A13D-441B24E582BF}" type="presParOf" srcId="{F7C5AF2F-DBAD-F648-9FB7-F46886FF9C5E}" destId="{DF17E352-4124-DE47-8A69-408D186B241A}" srcOrd="2" destOrd="0" presId="urn:microsoft.com/office/officeart/2005/8/layout/hierarchy3"/>
    <dgm:cxn modelId="{A5FF6EC6-CFD0-464D-8C45-47B11A5C51CC}" type="presParOf" srcId="{F7C5AF2F-DBAD-F648-9FB7-F46886FF9C5E}" destId="{7B774C8B-D392-1249-A782-6F1E3AB2C09B}" srcOrd="3" destOrd="0" presId="urn:microsoft.com/office/officeart/2005/8/layout/hierarchy3"/>
    <dgm:cxn modelId="{28FFAB45-2E69-8F4D-9792-E6EF779E093D}" type="presParOf" srcId="{04F26D5D-1994-3349-A077-E0974E773DB5}" destId="{FE6D758F-814D-0E44-B828-200EED4CC770}" srcOrd="2" destOrd="0" presId="urn:microsoft.com/office/officeart/2005/8/layout/hierarchy3"/>
    <dgm:cxn modelId="{B7190787-9F60-1F4C-85D1-2620586C326E}" type="presParOf" srcId="{FE6D758F-814D-0E44-B828-200EED4CC770}" destId="{0C5C3B49-10A2-D144-B49D-43521FCA3EE1}" srcOrd="0" destOrd="0" presId="urn:microsoft.com/office/officeart/2005/8/layout/hierarchy3"/>
    <dgm:cxn modelId="{DBE9EF79-7A0D-AD4B-9AD5-A4509FE44610}" type="presParOf" srcId="{0C5C3B49-10A2-D144-B49D-43521FCA3EE1}" destId="{CD64B2D8-EFD7-404C-90D0-E4AE2A1CCBE2}" srcOrd="0" destOrd="0" presId="urn:microsoft.com/office/officeart/2005/8/layout/hierarchy3"/>
    <dgm:cxn modelId="{1C773676-A589-324D-8A08-BD8F0CA2FE65}" type="presParOf" srcId="{0C5C3B49-10A2-D144-B49D-43521FCA3EE1}" destId="{88D1022E-8DF9-984D-B54B-63A7FD61CBFB}" srcOrd="1" destOrd="0" presId="urn:microsoft.com/office/officeart/2005/8/layout/hierarchy3"/>
    <dgm:cxn modelId="{805738D5-8B85-3448-A582-BD392A2BDEEC}" type="presParOf" srcId="{FE6D758F-814D-0E44-B828-200EED4CC770}" destId="{B8B51D9B-3316-3A48-B090-D6FDC4E0B8ED}" srcOrd="1" destOrd="0" presId="urn:microsoft.com/office/officeart/2005/8/layout/hierarchy3"/>
    <dgm:cxn modelId="{7A72E56F-462B-7245-813F-AB646B3B8484}" type="presParOf" srcId="{B8B51D9B-3316-3A48-B090-D6FDC4E0B8ED}" destId="{CE4CE52D-AC62-714B-B6EF-AFAF952E69B4}" srcOrd="0" destOrd="0" presId="urn:microsoft.com/office/officeart/2005/8/layout/hierarchy3"/>
    <dgm:cxn modelId="{89A787AB-1997-5341-8302-20852FCA7206}" type="presParOf" srcId="{B8B51D9B-3316-3A48-B090-D6FDC4E0B8ED}" destId="{FECDC21D-0673-9343-A525-F8026BB6AB6E}" srcOrd="1" destOrd="0" presId="urn:microsoft.com/office/officeart/2005/8/layout/hierarchy3"/>
    <dgm:cxn modelId="{2645D985-87AD-DB4F-AD4D-720CEF841072}" type="presParOf" srcId="{B8B51D9B-3316-3A48-B090-D6FDC4E0B8ED}" destId="{26F39C0D-44FD-B641-8AED-641909DE1B24}" srcOrd="2" destOrd="0" presId="urn:microsoft.com/office/officeart/2005/8/layout/hierarchy3"/>
    <dgm:cxn modelId="{7DDBFD5D-E319-4F4C-84E2-6585158E0641}" type="presParOf" srcId="{B8B51D9B-3316-3A48-B090-D6FDC4E0B8ED}" destId="{B1542C16-58B3-2549-8BEF-8702A7F777AB}"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8BBE6C6-B63E-4D28-82D9-9E8CB5F38ACE}" type="doc">
      <dgm:prSet loTypeId="urn:microsoft.com/office/officeart/2005/8/layout/process5" loCatId="process" qsTypeId="urn:microsoft.com/office/officeart/2005/8/quickstyle/simple1" qsCatId="simple" csTypeId="urn:microsoft.com/office/officeart/2005/8/colors/colorful5" csCatId="colorful"/>
      <dgm:spPr/>
      <dgm:t>
        <a:bodyPr/>
        <a:lstStyle/>
        <a:p>
          <a:endParaRPr lang="en-US"/>
        </a:p>
      </dgm:t>
    </dgm:pt>
    <dgm:pt modelId="{685AF073-776E-4022-992C-69EC6B49B937}">
      <dgm:prSet/>
      <dgm:spPr/>
      <dgm:t>
        <a:bodyPr/>
        <a:lstStyle/>
        <a:p>
          <a:r>
            <a:rPr lang="en-US"/>
            <a:t>Pretraining = Learn language.</a:t>
          </a:r>
        </a:p>
      </dgm:t>
    </dgm:pt>
    <dgm:pt modelId="{42AAE5C8-042A-4411-943C-69C5C1A78C0E}" type="parTrans" cxnId="{42E8E692-3DFD-474C-A6E2-688E829A5C87}">
      <dgm:prSet/>
      <dgm:spPr/>
      <dgm:t>
        <a:bodyPr/>
        <a:lstStyle/>
        <a:p>
          <a:endParaRPr lang="en-US"/>
        </a:p>
      </dgm:t>
    </dgm:pt>
    <dgm:pt modelId="{9291C3B2-3DA1-45E2-849E-099590E8AC7F}" type="sibTrans" cxnId="{42E8E692-3DFD-474C-A6E2-688E829A5C87}">
      <dgm:prSet/>
      <dgm:spPr/>
      <dgm:t>
        <a:bodyPr/>
        <a:lstStyle/>
        <a:p>
          <a:endParaRPr lang="en-US"/>
        </a:p>
      </dgm:t>
    </dgm:pt>
    <dgm:pt modelId="{9D9695FF-0C27-4964-A042-8A3FCBE0CCA1}">
      <dgm:prSet/>
      <dgm:spPr/>
      <dgm:t>
        <a:bodyPr/>
        <a:lstStyle/>
        <a:p>
          <a:r>
            <a:rPr lang="en-US"/>
            <a:t>SFT = Learn to follow instructions.</a:t>
          </a:r>
        </a:p>
      </dgm:t>
    </dgm:pt>
    <dgm:pt modelId="{552E97EA-D14B-4C07-A16A-5C0FDF1F13A8}" type="parTrans" cxnId="{9350A380-BD72-4216-B304-11E55809149F}">
      <dgm:prSet/>
      <dgm:spPr/>
      <dgm:t>
        <a:bodyPr/>
        <a:lstStyle/>
        <a:p>
          <a:endParaRPr lang="en-US"/>
        </a:p>
      </dgm:t>
    </dgm:pt>
    <dgm:pt modelId="{3E49F053-4B89-499D-9804-4FCC2B39A5D4}" type="sibTrans" cxnId="{9350A380-BD72-4216-B304-11E55809149F}">
      <dgm:prSet/>
      <dgm:spPr/>
      <dgm:t>
        <a:bodyPr/>
        <a:lstStyle/>
        <a:p>
          <a:endParaRPr lang="en-US"/>
        </a:p>
      </dgm:t>
    </dgm:pt>
    <dgm:pt modelId="{3B9437B1-97BA-4DDB-9BFB-99F735286BBD}">
      <dgm:prSet/>
      <dgm:spPr/>
      <dgm:t>
        <a:bodyPr/>
        <a:lstStyle/>
        <a:p>
          <a:r>
            <a:rPr lang="en-US"/>
            <a:t>RLHF = Learn to follow human preferences.</a:t>
          </a:r>
        </a:p>
      </dgm:t>
    </dgm:pt>
    <dgm:pt modelId="{FB65C9E3-98E3-4BC7-9235-392881A98F54}" type="parTrans" cxnId="{AEB4FF25-8028-4190-B752-E0EBD8C037E6}">
      <dgm:prSet/>
      <dgm:spPr/>
      <dgm:t>
        <a:bodyPr/>
        <a:lstStyle/>
        <a:p>
          <a:endParaRPr lang="en-US"/>
        </a:p>
      </dgm:t>
    </dgm:pt>
    <dgm:pt modelId="{79AA63A2-897A-4E02-A276-7C7A8F93CE8D}" type="sibTrans" cxnId="{AEB4FF25-8028-4190-B752-E0EBD8C037E6}">
      <dgm:prSet/>
      <dgm:spPr/>
      <dgm:t>
        <a:bodyPr/>
        <a:lstStyle/>
        <a:p>
          <a:endParaRPr lang="en-US"/>
        </a:p>
      </dgm:t>
    </dgm:pt>
    <dgm:pt modelId="{AB775A8F-0BA2-AE4B-AFB4-30AF8395B1D3}" type="pres">
      <dgm:prSet presAssocID="{98BBE6C6-B63E-4D28-82D9-9E8CB5F38ACE}" presName="diagram" presStyleCnt="0">
        <dgm:presLayoutVars>
          <dgm:dir/>
          <dgm:resizeHandles val="exact"/>
        </dgm:presLayoutVars>
      </dgm:prSet>
      <dgm:spPr/>
    </dgm:pt>
    <dgm:pt modelId="{BCAC26DA-E898-AA4C-B0F1-5BCAA0A6843F}" type="pres">
      <dgm:prSet presAssocID="{685AF073-776E-4022-992C-69EC6B49B937}" presName="node" presStyleLbl="node1" presStyleIdx="0" presStyleCnt="3">
        <dgm:presLayoutVars>
          <dgm:bulletEnabled val="1"/>
        </dgm:presLayoutVars>
      </dgm:prSet>
      <dgm:spPr/>
    </dgm:pt>
    <dgm:pt modelId="{DB3130B9-CF67-F447-95DD-72336FA14F50}" type="pres">
      <dgm:prSet presAssocID="{9291C3B2-3DA1-45E2-849E-099590E8AC7F}" presName="sibTrans" presStyleLbl="sibTrans2D1" presStyleIdx="0" presStyleCnt="2"/>
      <dgm:spPr/>
    </dgm:pt>
    <dgm:pt modelId="{D88134A6-9D3E-EA4C-9835-034EA0E37796}" type="pres">
      <dgm:prSet presAssocID="{9291C3B2-3DA1-45E2-849E-099590E8AC7F}" presName="connectorText" presStyleLbl="sibTrans2D1" presStyleIdx="0" presStyleCnt="2"/>
      <dgm:spPr/>
    </dgm:pt>
    <dgm:pt modelId="{FD764F0E-7AEC-B146-AF7E-4DCFCD6AF1A3}" type="pres">
      <dgm:prSet presAssocID="{9D9695FF-0C27-4964-A042-8A3FCBE0CCA1}" presName="node" presStyleLbl="node1" presStyleIdx="1" presStyleCnt="3">
        <dgm:presLayoutVars>
          <dgm:bulletEnabled val="1"/>
        </dgm:presLayoutVars>
      </dgm:prSet>
      <dgm:spPr/>
    </dgm:pt>
    <dgm:pt modelId="{968191E3-46FB-B046-A17E-4AB025F58730}" type="pres">
      <dgm:prSet presAssocID="{3E49F053-4B89-499D-9804-4FCC2B39A5D4}" presName="sibTrans" presStyleLbl="sibTrans2D1" presStyleIdx="1" presStyleCnt="2"/>
      <dgm:spPr/>
    </dgm:pt>
    <dgm:pt modelId="{B6B43EBC-EA12-0A44-97F6-2ADF6C1431A5}" type="pres">
      <dgm:prSet presAssocID="{3E49F053-4B89-499D-9804-4FCC2B39A5D4}" presName="connectorText" presStyleLbl="sibTrans2D1" presStyleIdx="1" presStyleCnt="2"/>
      <dgm:spPr/>
    </dgm:pt>
    <dgm:pt modelId="{DB2A9B66-959C-2142-A780-7FCAC43E05AD}" type="pres">
      <dgm:prSet presAssocID="{3B9437B1-97BA-4DDB-9BFB-99F735286BBD}" presName="node" presStyleLbl="node1" presStyleIdx="2" presStyleCnt="3">
        <dgm:presLayoutVars>
          <dgm:bulletEnabled val="1"/>
        </dgm:presLayoutVars>
      </dgm:prSet>
      <dgm:spPr/>
    </dgm:pt>
  </dgm:ptLst>
  <dgm:cxnLst>
    <dgm:cxn modelId="{95502017-CE97-4E49-86B2-DEB154D67DC0}" type="presOf" srcId="{3E49F053-4B89-499D-9804-4FCC2B39A5D4}" destId="{B6B43EBC-EA12-0A44-97F6-2ADF6C1431A5}" srcOrd="1" destOrd="0" presId="urn:microsoft.com/office/officeart/2005/8/layout/process5"/>
    <dgm:cxn modelId="{A8DAA31A-9C63-634C-91FD-417EA1C47690}" type="presOf" srcId="{98BBE6C6-B63E-4D28-82D9-9E8CB5F38ACE}" destId="{AB775A8F-0BA2-AE4B-AFB4-30AF8395B1D3}" srcOrd="0" destOrd="0" presId="urn:microsoft.com/office/officeart/2005/8/layout/process5"/>
    <dgm:cxn modelId="{AEB4FF25-8028-4190-B752-E0EBD8C037E6}" srcId="{98BBE6C6-B63E-4D28-82D9-9E8CB5F38ACE}" destId="{3B9437B1-97BA-4DDB-9BFB-99F735286BBD}" srcOrd="2" destOrd="0" parTransId="{FB65C9E3-98E3-4BC7-9235-392881A98F54}" sibTransId="{79AA63A2-897A-4E02-A276-7C7A8F93CE8D}"/>
    <dgm:cxn modelId="{88854F3A-6382-3841-968C-8BDF85D3881D}" type="presOf" srcId="{9291C3B2-3DA1-45E2-849E-099590E8AC7F}" destId="{DB3130B9-CF67-F447-95DD-72336FA14F50}" srcOrd="0" destOrd="0" presId="urn:microsoft.com/office/officeart/2005/8/layout/process5"/>
    <dgm:cxn modelId="{CC284E5E-0BF1-BA4D-AD05-CF90AB6C14BD}" type="presOf" srcId="{9D9695FF-0C27-4964-A042-8A3FCBE0CCA1}" destId="{FD764F0E-7AEC-B146-AF7E-4DCFCD6AF1A3}" srcOrd="0" destOrd="0" presId="urn:microsoft.com/office/officeart/2005/8/layout/process5"/>
    <dgm:cxn modelId="{CC0D1B6D-44E3-0441-90DC-2C67B1C1F728}" type="presOf" srcId="{9291C3B2-3DA1-45E2-849E-099590E8AC7F}" destId="{D88134A6-9D3E-EA4C-9835-034EA0E37796}" srcOrd="1" destOrd="0" presId="urn:microsoft.com/office/officeart/2005/8/layout/process5"/>
    <dgm:cxn modelId="{9350A380-BD72-4216-B304-11E55809149F}" srcId="{98BBE6C6-B63E-4D28-82D9-9E8CB5F38ACE}" destId="{9D9695FF-0C27-4964-A042-8A3FCBE0CCA1}" srcOrd="1" destOrd="0" parTransId="{552E97EA-D14B-4C07-A16A-5C0FDF1F13A8}" sibTransId="{3E49F053-4B89-499D-9804-4FCC2B39A5D4}"/>
    <dgm:cxn modelId="{FFAD9282-1D95-414D-B827-0D1A0912D1F9}" type="presOf" srcId="{3E49F053-4B89-499D-9804-4FCC2B39A5D4}" destId="{968191E3-46FB-B046-A17E-4AB025F58730}" srcOrd="0" destOrd="0" presId="urn:microsoft.com/office/officeart/2005/8/layout/process5"/>
    <dgm:cxn modelId="{42E8E692-3DFD-474C-A6E2-688E829A5C87}" srcId="{98BBE6C6-B63E-4D28-82D9-9E8CB5F38ACE}" destId="{685AF073-776E-4022-992C-69EC6B49B937}" srcOrd="0" destOrd="0" parTransId="{42AAE5C8-042A-4411-943C-69C5C1A78C0E}" sibTransId="{9291C3B2-3DA1-45E2-849E-099590E8AC7F}"/>
    <dgm:cxn modelId="{20995E9D-787B-7948-B111-B091FA918F74}" type="presOf" srcId="{685AF073-776E-4022-992C-69EC6B49B937}" destId="{BCAC26DA-E898-AA4C-B0F1-5BCAA0A6843F}" srcOrd="0" destOrd="0" presId="urn:microsoft.com/office/officeart/2005/8/layout/process5"/>
    <dgm:cxn modelId="{99FC86DF-B376-4A4A-B04B-9E63B13826A3}" type="presOf" srcId="{3B9437B1-97BA-4DDB-9BFB-99F735286BBD}" destId="{DB2A9B66-959C-2142-A780-7FCAC43E05AD}" srcOrd="0" destOrd="0" presId="urn:microsoft.com/office/officeart/2005/8/layout/process5"/>
    <dgm:cxn modelId="{71EECBAB-7A2E-1649-B948-B9579EE5884D}" type="presParOf" srcId="{AB775A8F-0BA2-AE4B-AFB4-30AF8395B1D3}" destId="{BCAC26DA-E898-AA4C-B0F1-5BCAA0A6843F}" srcOrd="0" destOrd="0" presId="urn:microsoft.com/office/officeart/2005/8/layout/process5"/>
    <dgm:cxn modelId="{F69827EB-21A4-CB4D-AB69-0B4C8AB2BCC2}" type="presParOf" srcId="{AB775A8F-0BA2-AE4B-AFB4-30AF8395B1D3}" destId="{DB3130B9-CF67-F447-95DD-72336FA14F50}" srcOrd="1" destOrd="0" presId="urn:microsoft.com/office/officeart/2005/8/layout/process5"/>
    <dgm:cxn modelId="{78F2CCEA-A93C-C349-BFC8-ED387A69B984}" type="presParOf" srcId="{DB3130B9-CF67-F447-95DD-72336FA14F50}" destId="{D88134A6-9D3E-EA4C-9835-034EA0E37796}" srcOrd="0" destOrd="0" presId="urn:microsoft.com/office/officeart/2005/8/layout/process5"/>
    <dgm:cxn modelId="{D259FCF2-04E5-B84F-B677-CB608AA231E2}" type="presParOf" srcId="{AB775A8F-0BA2-AE4B-AFB4-30AF8395B1D3}" destId="{FD764F0E-7AEC-B146-AF7E-4DCFCD6AF1A3}" srcOrd="2" destOrd="0" presId="urn:microsoft.com/office/officeart/2005/8/layout/process5"/>
    <dgm:cxn modelId="{BC22973C-D385-7541-BE13-3A14102B6F54}" type="presParOf" srcId="{AB775A8F-0BA2-AE4B-AFB4-30AF8395B1D3}" destId="{968191E3-46FB-B046-A17E-4AB025F58730}" srcOrd="3" destOrd="0" presId="urn:microsoft.com/office/officeart/2005/8/layout/process5"/>
    <dgm:cxn modelId="{4DB1D3FC-585C-F447-BF78-DCBADFBD1180}" type="presParOf" srcId="{968191E3-46FB-B046-A17E-4AB025F58730}" destId="{B6B43EBC-EA12-0A44-97F6-2ADF6C1431A5}" srcOrd="0" destOrd="0" presId="urn:microsoft.com/office/officeart/2005/8/layout/process5"/>
    <dgm:cxn modelId="{C0492B47-B6A6-F247-B339-031499CFDDA3}" type="presParOf" srcId="{AB775A8F-0BA2-AE4B-AFB4-30AF8395B1D3}" destId="{DB2A9B66-959C-2142-A780-7FCAC43E05AD}"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20671C8-8D0A-4369-9F5E-7AD9F996C711}" type="doc">
      <dgm:prSet loTypeId="urn:microsoft.com/office/officeart/2005/8/layout/vList2" loCatId="list" qsTypeId="urn:microsoft.com/office/officeart/2005/8/quickstyle/simple5" qsCatId="simple" csTypeId="urn:microsoft.com/office/officeart/2005/8/colors/accent0_3" csCatId="mainScheme" phldr="1"/>
      <dgm:spPr/>
      <dgm:t>
        <a:bodyPr/>
        <a:lstStyle/>
        <a:p>
          <a:endParaRPr lang="en-US"/>
        </a:p>
      </dgm:t>
    </dgm:pt>
    <dgm:pt modelId="{04658B22-5B61-4E83-ACDA-588CC5E61AED}">
      <dgm:prSet/>
      <dgm:spPr/>
      <dgm:t>
        <a:bodyPr/>
        <a:lstStyle/>
        <a:p>
          <a:r>
            <a:rPr lang="en-US"/>
            <a:t>Inference-time scaling</a:t>
          </a:r>
        </a:p>
      </dgm:t>
    </dgm:pt>
    <dgm:pt modelId="{CB89301E-6F16-4B04-95B1-900438B56CE9}" type="parTrans" cxnId="{A503E6D5-727F-471C-B620-E9FAC37D1579}">
      <dgm:prSet/>
      <dgm:spPr/>
      <dgm:t>
        <a:bodyPr/>
        <a:lstStyle/>
        <a:p>
          <a:endParaRPr lang="en-US"/>
        </a:p>
      </dgm:t>
    </dgm:pt>
    <dgm:pt modelId="{4F37AE5D-2279-4D54-8570-07E347357D27}" type="sibTrans" cxnId="{A503E6D5-727F-471C-B620-E9FAC37D1579}">
      <dgm:prSet/>
      <dgm:spPr/>
      <dgm:t>
        <a:bodyPr/>
        <a:lstStyle/>
        <a:p>
          <a:endParaRPr lang="en-US"/>
        </a:p>
      </dgm:t>
    </dgm:pt>
    <dgm:pt modelId="{B6F61331-B3E1-447B-93E9-0A60C8521730}">
      <dgm:prSet/>
      <dgm:spPr/>
      <dgm:t>
        <a:bodyPr/>
        <a:lstStyle/>
        <a:p>
          <a:r>
            <a:rPr lang="en-US" dirty="0"/>
            <a:t>Pure reinforcement learning </a:t>
          </a:r>
        </a:p>
      </dgm:t>
    </dgm:pt>
    <dgm:pt modelId="{05281B4A-44DF-4395-8C6B-C81E00B17684}" type="parTrans" cxnId="{BDFCD47B-D830-4B9E-93DD-E9BFC6AE6EA2}">
      <dgm:prSet/>
      <dgm:spPr/>
      <dgm:t>
        <a:bodyPr/>
        <a:lstStyle/>
        <a:p>
          <a:endParaRPr lang="en-US"/>
        </a:p>
      </dgm:t>
    </dgm:pt>
    <dgm:pt modelId="{DCFB1C86-E25C-4642-BC6F-AF8A3FB116B7}" type="sibTrans" cxnId="{BDFCD47B-D830-4B9E-93DD-E9BFC6AE6EA2}">
      <dgm:prSet/>
      <dgm:spPr/>
      <dgm:t>
        <a:bodyPr/>
        <a:lstStyle/>
        <a:p>
          <a:endParaRPr lang="en-US"/>
        </a:p>
      </dgm:t>
    </dgm:pt>
    <dgm:pt modelId="{7AB2AD8E-0F26-4E35-B81E-0EE21B02259D}">
      <dgm:prSet/>
      <dgm:spPr/>
      <dgm:t>
        <a:bodyPr/>
        <a:lstStyle/>
        <a:p>
          <a:r>
            <a:rPr lang="en-US"/>
            <a:t>Supervised finetuning and reinforcement learning</a:t>
          </a:r>
        </a:p>
      </dgm:t>
    </dgm:pt>
    <dgm:pt modelId="{2A9C13A1-266A-4EE1-BA8F-710A690AC7C9}" type="parTrans" cxnId="{7DDAA631-DD18-4440-A296-6A3123A802D9}">
      <dgm:prSet/>
      <dgm:spPr/>
      <dgm:t>
        <a:bodyPr/>
        <a:lstStyle/>
        <a:p>
          <a:endParaRPr lang="en-US"/>
        </a:p>
      </dgm:t>
    </dgm:pt>
    <dgm:pt modelId="{8EEB0B53-BDFA-4806-92DF-1273FD2CB749}" type="sibTrans" cxnId="{7DDAA631-DD18-4440-A296-6A3123A802D9}">
      <dgm:prSet/>
      <dgm:spPr/>
      <dgm:t>
        <a:bodyPr/>
        <a:lstStyle/>
        <a:p>
          <a:endParaRPr lang="en-US"/>
        </a:p>
      </dgm:t>
    </dgm:pt>
    <dgm:pt modelId="{E7513402-DC9E-4567-9DC7-6C967F4DACF2}">
      <dgm:prSet/>
      <dgm:spPr/>
      <dgm:t>
        <a:bodyPr/>
        <a:lstStyle/>
        <a:p>
          <a:r>
            <a:rPr lang="en-US"/>
            <a:t>Pure supervised finetuning (SFT) and distillation</a:t>
          </a:r>
        </a:p>
      </dgm:t>
    </dgm:pt>
    <dgm:pt modelId="{79239C2A-C702-4633-8F16-67876A5260AB}" type="parTrans" cxnId="{B409A45B-EDED-4886-86B3-A464D815A205}">
      <dgm:prSet/>
      <dgm:spPr/>
      <dgm:t>
        <a:bodyPr/>
        <a:lstStyle/>
        <a:p>
          <a:endParaRPr lang="en-US"/>
        </a:p>
      </dgm:t>
    </dgm:pt>
    <dgm:pt modelId="{74DA0A28-EA5D-4B24-B67B-7E6B683A2D5D}" type="sibTrans" cxnId="{B409A45B-EDED-4886-86B3-A464D815A205}">
      <dgm:prSet/>
      <dgm:spPr/>
      <dgm:t>
        <a:bodyPr/>
        <a:lstStyle/>
        <a:p>
          <a:endParaRPr lang="en-US"/>
        </a:p>
      </dgm:t>
    </dgm:pt>
    <dgm:pt modelId="{6D40CD01-E018-AF42-B9F5-8730438FA4E1}" type="pres">
      <dgm:prSet presAssocID="{E20671C8-8D0A-4369-9F5E-7AD9F996C711}" presName="linear" presStyleCnt="0">
        <dgm:presLayoutVars>
          <dgm:animLvl val="lvl"/>
          <dgm:resizeHandles val="exact"/>
        </dgm:presLayoutVars>
      </dgm:prSet>
      <dgm:spPr/>
    </dgm:pt>
    <dgm:pt modelId="{84FB6175-5B2B-5046-A4DD-A6D36D6C19CE}" type="pres">
      <dgm:prSet presAssocID="{04658B22-5B61-4E83-ACDA-588CC5E61AED}" presName="parentText" presStyleLbl="node1" presStyleIdx="0" presStyleCnt="4">
        <dgm:presLayoutVars>
          <dgm:chMax val="0"/>
          <dgm:bulletEnabled val="1"/>
        </dgm:presLayoutVars>
      </dgm:prSet>
      <dgm:spPr/>
    </dgm:pt>
    <dgm:pt modelId="{F510FA47-5B6F-944D-9683-5F1C3DC0DAD3}" type="pres">
      <dgm:prSet presAssocID="{4F37AE5D-2279-4D54-8570-07E347357D27}" presName="spacer" presStyleCnt="0"/>
      <dgm:spPr/>
    </dgm:pt>
    <dgm:pt modelId="{E477ADB2-911C-F541-9727-A4341A2D8152}" type="pres">
      <dgm:prSet presAssocID="{B6F61331-B3E1-447B-93E9-0A60C8521730}" presName="parentText" presStyleLbl="node1" presStyleIdx="1" presStyleCnt="4">
        <dgm:presLayoutVars>
          <dgm:chMax val="0"/>
          <dgm:bulletEnabled val="1"/>
        </dgm:presLayoutVars>
      </dgm:prSet>
      <dgm:spPr/>
    </dgm:pt>
    <dgm:pt modelId="{BA6ED9A9-DC58-8745-AA54-806B62895D93}" type="pres">
      <dgm:prSet presAssocID="{DCFB1C86-E25C-4642-BC6F-AF8A3FB116B7}" presName="spacer" presStyleCnt="0"/>
      <dgm:spPr/>
    </dgm:pt>
    <dgm:pt modelId="{EBBA6DDA-5CC8-4C45-9F7D-693B942F323D}" type="pres">
      <dgm:prSet presAssocID="{7AB2AD8E-0F26-4E35-B81E-0EE21B02259D}" presName="parentText" presStyleLbl="node1" presStyleIdx="2" presStyleCnt="4">
        <dgm:presLayoutVars>
          <dgm:chMax val="0"/>
          <dgm:bulletEnabled val="1"/>
        </dgm:presLayoutVars>
      </dgm:prSet>
      <dgm:spPr/>
    </dgm:pt>
    <dgm:pt modelId="{05755EBF-EF72-B04C-9F2B-55461D18F1D8}" type="pres">
      <dgm:prSet presAssocID="{8EEB0B53-BDFA-4806-92DF-1273FD2CB749}" presName="spacer" presStyleCnt="0"/>
      <dgm:spPr/>
    </dgm:pt>
    <dgm:pt modelId="{EA0D7BE7-E1E2-734C-AEC6-B3AD36A38D40}" type="pres">
      <dgm:prSet presAssocID="{E7513402-DC9E-4567-9DC7-6C967F4DACF2}" presName="parentText" presStyleLbl="node1" presStyleIdx="3" presStyleCnt="4">
        <dgm:presLayoutVars>
          <dgm:chMax val="0"/>
          <dgm:bulletEnabled val="1"/>
        </dgm:presLayoutVars>
      </dgm:prSet>
      <dgm:spPr/>
    </dgm:pt>
  </dgm:ptLst>
  <dgm:cxnLst>
    <dgm:cxn modelId="{FE02FB05-2AAE-534E-BACF-DDF4E2BF9448}" type="presOf" srcId="{B6F61331-B3E1-447B-93E9-0A60C8521730}" destId="{E477ADB2-911C-F541-9727-A4341A2D8152}" srcOrd="0" destOrd="0" presId="urn:microsoft.com/office/officeart/2005/8/layout/vList2"/>
    <dgm:cxn modelId="{507FC316-9A20-1445-9933-765B21E1D843}" type="presOf" srcId="{04658B22-5B61-4E83-ACDA-588CC5E61AED}" destId="{84FB6175-5B2B-5046-A4DD-A6D36D6C19CE}" srcOrd="0" destOrd="0" presId="urn:microsoft.com/office/officeart/2005/8/layout/vList2"/>
    <dgm:cxn modelId="{895B6830-871A-2F46-ADF5-DD8F2A018915}" type="presOf" srcId="{7AB2AD8E-0F26-4E35-B81E-0EE21B02259D}" destId="{EBBA6DDA-5CC8-4C45-9F7D-693B942F323D}" srcOrd="0" destOrd="0" presId="urn:microsoft.com/office/officeart/2005/8/layout/vList2"/>
    <dgm:cxn modelId="{7DDAA631-DD18-4440-A296-6A3123A802D9}" srcId="{E20671C8-8D0A-4369-9F5E-7AD9F996C711}" destId="{7AB2AD8E-0F26-4E35-B81E-0EE21B02259D}" srcOrd="2" destOrd="0" parTransId="{2A9C13A1-266A-4EE1-BA8F-710A690AC7C9}" sibTransId="{8EEB0B53-BDFA-4806-92DF-1273FD2CB749}"/>
    <dgm:cxn modelId="{128B1234-9507-6B41-AB84-E6042C6618D7}" type="presOf" srcId="{E20671C8-8D0A-4369-9F5E-7AD9F996C711}" destId="{6D40CD01-E018-AF42-B9F5-8730438FA4E1}" srcOrd="0" destOrd="0" presId="urn:microsoft.com/office/officeart/2005/8/layout/vList2"/>
    <dgm:cxn modelId="{B409A45B-EDED-4886-86B3-A464D815A205}" srcId="{E20671C8-8D0A-4369-9F5E-7AD9F996C711}" destId="{E7513402-DC9E-4567-9DC7-6C967F4DACF2}" srcOrd="3" destOrd="0" parTransId="{79239C2A-C702-4633-8F16-67876A5260AB}" sibTransId="{74DA0A28-EA5D-4B24-B67B-7E6B683A2D5D}"/>
    <dgm:cxn modelId="{BDFCD47B-D830-4B9E-93DD-E9BFC6AE6EA2}" srcId="{E20671C8-8D0A-4369-9F5E-7AD9F996C711}" destId="{B6F61331-B3E1-447B-93E9-0A60C8521730}" srcOrd="1" destOrd="0" parTransId="{05281B4A-44DF-4395-8C6B-C81E00B17684}" sibTransId="{DCFB1C86-E25C-4642-BC6F-AF8A3FB116B7}"/>
    <dgm:cxn modelId="{14DB6096-8FCE-A54E-880A-A9A33817FD0A}" type="presOf" srcId="{E7513402-DC9E-4567-9DC7-6C967F4DACF2}" destId="{EA0D7BE7-E1E2-734C-AEC6-B3AD36A38D40}" srcOrd="0" destOrd="0" presId="urn:microsoft.com/office/officeart/2005/8/layout/vList2"/>
    <dgm:cxn modelId="{A503E6D5-727F-471C-B620-E9FAC37D1579}" srcId="{E20671C8-8D0A-4369-9F5E-7AD9F996C711}" destId="{04658B22-5B61-4E83-ACDA-588CC5E61AED}" srcOrd="0" destOrd="0" parTransId="{CB89301E-6F16-4B04-95B1-900438B56CE9}" sibTransId="{4F37AE5D-2279-4D54-8570-07E347357D27}"/>
    <dgm:cxn modelId="{5DBB7870-7343-6241-A306-C58F1E4C862E}" type="presParOf" srcId="{6D40CD01-E018-AF42-B9F5-8730438FA4E1}" destId="{84FB6175-5B2B-5046-A4DD-A6D36D6C19CE}" srcOrd="0" destOrd="0" presId="urn:microsoft.com/office/officeart/2005/8/layout/vList2"/>
    <dgm:cxn modelId="{6DEA2E84-C47E-3147-B8A2-DE6119B97485}" type="presParOf" srcId="{6D40CD01-E018-AF42-B9F5-8730438FA4E1}" destId="{F510FA47-5B6F-944D-9683-5F1C3DC0DAD3}" srcOrd="1" destOrd="0" presId="urn:microsoft.com/office/officeart/2005/8/layout/vList2"/>
    <dgm:cxn modelId="{38938ADC-5EB8-0847-AAAA-E19C6058BEB9}" type="presParOf" srcId="{6D40CD01-E018-AF42-B9F5-8730438FA4E1}" destId="{E477ADB2-911C-F541-9727-A4341A2D8152}" srcOrd="2" destOrd="0" presId="urn:microsoft.com/office/officeart/2005/8/layout/vList2"/>
    <dgm:cxn modelId="{56FBAA1B-86EB-E449-A797-5AA62DBDCCB3}" type="presParOf" srcId="{6D40CD01-E018-AF42-B9F5-8730438FA4E1}" destId="{BA6ED9A9-DC58-8745-AA54-806B62895D93}" srcOrd="3" destOrd="0" presId="urn:microsoft.com/office/officeart/2005/8/layout/vList2"/>
    <dgm:cxn modelId="{A3CA5BEB-0E00-CA40-A437-31DCB56FBE99}" type="presParOf" srcId="{6D40CD01-E018-AF42-B9F5-8730438FA4E1}" destId="{EBBA6DDA-5CC8-4C45-9F7D-693B942F323D}" srcOrd="4" destOrd="0" presId="urn:microsoft.com/office/officeart/2005/8/layout/vList2"/>
    <dgm:cxn modelId="{06EF7AB7-54FA-344D-B34D-2D643575770F}" type="presParOf" srcId="{6D40CD01-E018-AF42-B9F5-8730438FA4E1}" destId="{05755EBF-EF72-B04C-9F2B-55461D18F1D8}" srcOrd="5" destOrd="0" presId="urn:microsoft.com/office/officeart/2005/8/layout/vList2"/>
    <dgm:cxn modelId="{9F8E4326-1295-3645-A1C3-3C301A906B70}" type="presParOf" srcId="{6D40CD01-E018-AF42-B9F5-8730438FA4E1}" destId="{EA0D7BE7-E1E2-734C-AEC6-B3AD36A38D4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EC1D0FC-B35B-4BB9-9B11-1632056D59DA}"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B6CB9435-53F2-4D37-96A8-A8EA1EF5E5A8}">
      <dgm:prSet/>
      <dgm:spPr/>
      <dgm:t>
        <a:bodyPr/>
        <a:lstStyle/>
        <a:p>
          <a:pPr>
            <a:defRPr b="1"/>
          </a:pPr>
          <a:r>
            <a:rPr lang="en-US" dirty="0"/>
            <a:t>Why: using reasoning models for everything is expensive and ineffective</a:t>
          </a:r>
        </a:p>
      </dgm:t>
    </dgm:pt>
    <dgm:pt modelId="{95F07BDD-B1CD-46BF-90B4-49FDBF65557C}" type="parTrans" cxnId="{9744C34C-8F10-42DA-87C0-64257CFCECF4}">
      <dgm:prSet/>
      <dgm:spPr/>
      <dgm:t>
        <a:bodyPr/>
        <a:lstStyle/>
        <a:p>
          <a:endParaRPr lang="en-US"/>
        </a:p>
      </dgm:t>
    </dgm:pt>
    <dgm:pt modelId="{F1BD93F8-040D-4953-ADB3-1299FDC14257}" type="sibTrans" cxnId="{9744C34C-8F10-42DA-87C0-64257CFCECF4}">
      <dgm:prSet/>
      <dgm:spPr/>
      <dgm:t>
        <a:bodyPr/>
        <a:lstStyle/>
        <a:p>
          <a:endParaRPr lang="en-US"/>
        </a:p>
      </dgm:t>
    </dgm:pt>
    <dgm:pt modelId="{AE2B2A2A-5F21-42F1-A8E5-7429F1755029}">
      <dgm:prSet/>
      <dgm:spPr/>
      <dgm:t>
        <a:bodyPr/>
        <a:lstStyle/>
        <a:p>
          <a:r>
            <a:rPr lang="en-US"/>
            <a:t>Computational Overhead</a:t>
          </a:r>
        </a:p>
      </dgm:t>
    </dgm:pt>
    <dgm:pt modelId="{25C751A4-2EF8-4352-9BEC-67316012569C}" type="parTrans" cxnId="{9F5395C9-82D7-4307-8465-D3D6BCFA46DA}">
      <dgm:prSet/>
      <dgm:spPr/>
      <dgm:t>
        <a:bodyPr/>
        <a:lstStyle/>
        <a:p>
          <a:endParaRPr lang="en-US"/>
        </a:p>
      </dgm:t>
    </dgm:pt>
    <dgm:pt modelId="{150F48C8-470F-414C-A4F1-EAFBA1C7E0A0}" type="sibTrans" cxnId="{9F5395C9-82D7-4307-8465-D3D6BCFA46DA}">
      <dgm:prSet/>
      <dgm:spPr/>
      <dgm:t>
        <a:bodyPr/>
        <a:lstStyle/>
        <a:p>
          <a:endParaRPr lang="en-US"/>
        </a:p>
      </dgm:t>
    </dgm:pt>
    <dgm:pt modelId="{EC44EAE9-A95B-4CEA-9B1F-A48572FA25EB}">
      <dgm:prSet/>
      <dgm:spPr/>
      <dgm:t>
        <a:bodyPr/>
        <a:lstStyle/>
        <a:p>
          <a:r>
            <a:rPr lang="en-US"/>
            <a:t>Higher Risk of “Overthinking” or Hallucination</a:t>
          </a:r>
        </a:p>
      </dgm:t>
    </dgm:pt>
    <dgm:pt modelId="{22B6F9BC-5BC5-4CA1-8A8F-CC6F78E2141F}" type="parTrans" cxnId="{55AB6B5A-A7A9-4C63-B00A-D7FF8F760CF2}">
      <dgm:prSet/>
      <dgm:spPr/>
      <dgm:t>
        <a:bodyPr/>
        <a:lstStyle/>
        <a:p>
          <a:endParaRPr lang="en-US"/>
        </a:p>
      </dgm:t>
    </dgm:pt>
    <dgm:pt modelId="{47A4286B-ED23-450C-8B5B-2A915F9E6429}" type="sibTrans" cxnId="{55AB6B5A-A7A9-4C63-B00A-D7FF8F760CF2}">
      <dgm:prSet/>
      <dgm:spPr/>
      <dgm:t>
        <a:bodyPr/>
        <a:lstStyle/>
        <a:p>
          <a:endParaRPr lang="en-US"/>
        </a:p>
      </dgm:t>
    </dgm:pt>
    <dgm:pt modelId="{76E08816-4F9E-4D65-BF6E-EC86ABD09174}">
      <dgm:prSet/>
      <dgm:spPr/>
      <dgm:t>
        <a:bodyPr/>
        <a:lstStyle/>
        <a:p>
          <a:r>
            <a:rPr lang="en-US"/>
            <a:t>Reduced Throughput and Scalability</a:t>
          </a:r>
        </a:p>
      </dgm:t>
    </dgm:pt>
    <dgm:pt modelId="{11233A31-E55A-4E75-8A85-BD77911C23F5}" type="parTrans" cxnId="{C5FEDBAA-5495-4765-9AD9-6118DF5AD047}">
      <dgm:prSet/>
      <dgm:spPr/>
      <dgm:t>
        <a:bodyPr/>
        <a:lstStyle/>
        <a:p>
          <a:endParaRPr lang="en-US"/>
        </a:p>
      </dgm:t>
    </dgm:pt>
    <dgm:pt modelId="{332AD34E-A258-4496-96BE-EEE21C2B7DFB}" type="sibTrans" cxnId="{C5FEDBAA-5495-4765-9AD9-6118DF5AD047}">
      <dgm:prSet/>
      <dgm:spPr/>
      <dgm:t>
        <a:bodyPr/>
        <a:lstStyle/>
        <a:p>
          <a:endParaRPr lang="en-US"/>
        </a:p>
      </dgm:t>
    </dgm:pt>
    <dgm:pt modelId="{F56F29CD-6998-4CDB-B82A-151C99B04C75}">
      <dgm:prSet/>
      <dgm:spPr/>
      <dgm:t>
        <a:bodyPr/>
        <a:lstStyle/>
        <a:p>
          <a:pPr>
            <a:defRPr b="1"/>
          </a:pPr>
          <a:r>
            <a:rPr lang="en-US"/>
            <a:t>Complex Reasoning and Problem Solving</a:t>
          </a:r>
        </a:p>
      </dgm:t>
    </dgm:pt>
    <dgm:pt modelId="{CD1A6101-8C61-4BED-A496-F49F41A935BF}" type="parTrans" cxnId="{D55A4A94-EFD7-4C0C-8E32-781137901131}">
      <dgm:prSet/>
      <dgm:spPr/>
      <dgm:t>
        <a:bodyPr/>
        <a:lstStyle/>
        <a:p>
          <a:endParaRPr lang="en-US"/>
        </a:p>
      </dgm:t>
    </dgm:pt>
    <dgm:pt modelId="{6431CAC4-C827-4C27-A70C-11FC5FF6D9A5}" type="sibTrans" cxnId="{D55A4A94-EFD7-4C0C-8E32-781137901131}">
      <dgm:prSet/>
      <dgm:spPr/>
      <dgm:t>
        <a:bodyPr/>
        <a:lstStyle/>
        <a:p>
          <a:endParaRPr lang="en-US"/>
        </a:p>
      </dgm:t>
    </dgm:pt>
    <dgm:pt modelId="{C29452B6-C40E-4B67-A949-D88119CD9E03}">
      <dgm:prSet/>
      <dgm:spPr/>
      <dgm:t>
        <a:bodyPr/>
        <a:lstStyle/>
        <a:p>
          <a:r>
            <a:rPr lang="en-US" dirty="0"/>
            <a:t>scientific discovery: brainstorm research ideas</a:t>
          </a:r>
        </a:p>
      </dgm:t>
    </dgm:pt>
    <dgm:pt modelId="{A97C783C-9E84-43E5-85E0-1AF9A06F6408}" type="parTrans" cxnId="{5B86ABE5-91C3-4B60-B837-79C7BBB5EF26}">
      <dgm:prSet/>
      <dgm:spPr/>
      <dgm:t>
        <a:bodyPr/>
        <a:lstStyle/>
        <a:p>
          <a:endParaRPr lang="en-US"/>
        </a:p>
      </dgm:t>
    </dgm:pt>
    <dgm:pt modelId="{E72723D0-4CA2-4795-82FF-EB7C8220F0C0}" type="sibTrans" cxnId="{5B86ABE5-91C3-4B60-B837-79C7BBB5EF26}">
      <dgm:prSet/>
      <dgm:spPr/>
      <dgm:t>
        <a:bodyPr/>
        <a:lstStyle/>
        <a:p>
          <a:endParaRPr lang="en-US"/>
        </a:p>
      </dgm:t>
    </dgm:pt>
    <dgm:pt modelId="{8C2F434D-B6F9-49C5-88D0-D55580DBDD2F}">
      <dgm:prSet/>
      <dgm:spPr/>
      <dgm:t>
        <a:bodyPr/>
        <a:lstStyle/>
        <a:p>
          <a:r>
            <a:rPr lang="en-US"/>
            <a:t>reasoning through counterfactual scenarios</a:t>
          </a:r>
        </a:p>
      </dgm:t>
    </dgm:pt>
    <dgm:pt modelId="{F4E2B44A-D247-4C61-A9F3-FD3D77F8AD43}" type="parTrans" cxnId="{3633256B-5051-4909-AE56-BF62E014D042}">
      <dgm:prSet/>
      <dgm:spPr/>
      <dgm:t>
        <a:bodyPr/>
        <a:lstStyle/>
        <a:p>
          <a:endParaRPr lang="en-US"/>
        </a:p>
      </dgm:t>
    </dgm:pt>
    <dgm:pt modelId="{E99E6F0A-043F-45E9-A013-94503BC6376D}" type="sibTrans" cxnId="{3633256B-5051-4909-AE56-BF62E014D042}">
      <dgm:prSet/>
      <dgm:spPr/>
      <dgm:t>
        <a:bodyPr/>
        <a:lstStyle/>
        <a:p>
          <a:endParaRPr lang="en-US"/>
        </a:p>
      </dgm:t>
    </dgm:pt>
    <dgm:pt modelId="{B4A45428-3C7D-4E9A-B45C-A703DE580C3C}">
      <dgm:prSet/>
      <dgm:spPr/>
      <dgm:t>
        <a:bodyPr/>
        <a:lstStyle/>
        <a:p>
          <a:r>
            <a:rPr lang="en-US"/>
            <a:t>designing a novel experiment with constraints</a:t>
          </a:r>
        </a:p>
      </dgm:t>
    </dgm:pt>
    <dgm:pt modelId="{20491E63-24DE-4563-82F2-E560EA3A25AD}" type="parTrans" cxnId="{2107D28C-35C4-4772-AB53-208C142696F4}">
      <dgm:prSet/>
      <dgm:spPr/>
      <dgm:t>
        <a:bodyPr/>
        <a:lstStyle/>
        <a:p>
          <a:endParaRPr lang="en-US"/>
        </a:p>
      </dgm:t>
    </dgm:pt>
    <dgm:pt modelId="{CFA042F0-FC4E-4D8B-A026-9C1546D532E5}" type="sibTrans" cxnId="{2107D28C-35C4-4772-AB53-208C142696F4}">
      <dgm:prSet/>
      <dgm:spPr/>
      <dgm:t>
        <a:bodyPr/>
        <a:lstStyle/>
        <a:p>
          <a:endParaRPr lang="en-US"/>
        </a:p>
      </dgm:t>
    </dgm:pt>
    <dgm:pt modelId="{62751D10-CC1F-4053-A1E3-BAEC3B2CF92E}">
      <dgm:prSet/>
      <dgm:spPr/>
      <dgm:t>
        <a:bodyPr/>
        <a:lstStyle/>
        <a:p>
          <a:r>
            <a:rPr lang="en-US" dirty="0"/>
            <a:t>planning a multi-step data science pipeline</a:t>
          </a:r>
        </a:p>
      </dgm:t>
    </dgm:pt>
    <dgm:pt modelId="{D45B318F-17F2-4DA0-AF40-4D680B450092}" type="parTrans" cxnId="{C6CE50A2-F7A9-4C90-BC24-59424670352A}">
      <dgm:prSet/>
      <dgm:spPr/>
      <dgm:t>
        <a:bodyPr/>
        <a:lstStyle/>
        <a:p>
          <a:endParaRPr lang="en-US"/>
        </a:p>
      </dgm:t>
    </dgm:pt>
    <dgm:pt modelId="{0406ECC0-B994-4769-A674-6C619E16FFEF}" type="sibTrans" cxnId="{C6CE50A2-F7A9-4C90-BC24-59424670352A}">
      <dgm:prSet/>
      <dgm:spPr/>
      <dgm:t>
        <a:bodyPr/>
        <a:lstStyle/>
        <a:p>
          <a:endParaRPr lang="en-US"/>
        </a:p>
      </dgm:t>
    </dgm:pt>
    <dgm:pt modelId="{8A3D565D-39F4-4920-85B0-5607A6993DB7}">
      <dgm:prSet/>
      <dgm:spPr/>
      <dgm:t>
        <a:bodyPr/>
        <a:lstStyle/>
        <a:p>
          <a:r>
            <a:rPr lang="en-US"/>
            <a:t>advanced math problems </a:t>
          </a:r>
        </a:p>
      </dgm:t>
    </dgm:pt>
    <dgm:pt modelId="{08662E72-E851-4CF9-B7E8-6217A4450BDE}" type="parTrans" cxnId="{22604CE4-18EE-4CC3-BAEE-76AF92F47A98}">
      <dgm:prSet/>
      <dgm:spPr/>
      <dgm:t>
        <a:bodyPr/>
        <a:lstStyle/>
        <a:p>
          <a:endParaRPr lang="en-US"/>
        </a:p>
      </dgm:t>
    </dgm:pt>
    <dgm:pt modelId="{6D91D0B2-77BC-40E5-A6B4-7A76565D717A}" type="sibTrans" cxnId="{22604CE4-18EE-4CC3-BAEE-76AF92F47A98}">
      <dgm:prSet/>
      <dgm:spPr/>
      <dgm:t>
        <a:bodyPr/>
        <a:lstStyle/>
        <a:p>
          <a:endParaRPr lang="en-US"/>
        </a:p>
      </dgm:t>
    </dgm:pt>
    <dgm:pt modelId="{25AAF369-34C4-4F85-82C4-DE32E387E9FA}">
      <dgm:prSet/>
      <dgm:spPr/>
      <dgm:t>
        <a:bodyPr/>
        <a:lstStyle/>
        <a:p>
          <a:r>
            <a:rPr lang="en-US"/>
            <a:t>challenging coding tasks </a:t>
          </a:r>
        </a:p>
      </dgm:t>
    </dgm:pt>
    <dgm:pt modelId="{87F7BF65-1ABB-4F47-A4C5-08C32603A360}" type="parTrans" cxnId="{3F93E1A2-E5F4-47CC-AB75-1BF3EA53CE5F}">
      <dgm:prSet/>
      <dgm:spPr/>
      <dgm:t>
        <a:bodyPr/>
        <a:lstStyle/>
        <a:p>
          <a:endParaRPr lang="en-US"/>
        </a:p>
      </dgm:t>
    </dgm:pt>
    <dgm:pt modelId="{E24CF9CC-CC5F-4724-A500-96E363A5FFD0}" type="sibTrans" cxnId="{3F93E1A2-E5F4-47CC-AB75-1BF3EA53CE5F}">
      <dgm:prSet/>
      <dgm:spPr/>
      <dgm:t>
        <a:bodyPr/>
        <a:lstStyle/>
        <a:p>
          <a:endParaRPr lang="en-US"/>
        </a:p>
      </dgm:t>
    </dgm:pt>
    <dgm:pt modelId="{ACA45922-7BF7-4D24-950C-94489B45EC11}">
      <dgm:prSet/>
      <dgm:spPr/>
      <dgm:t>
        <a:bodyPr/>
        <a:lstStyle/>
        <a:p>
          <a:pPr>
            <a:defRPr b="1"/>
          </a:pPr>
          <a:r>
            <a:rPr lang="en-US"/>
            <a:t>Inefficient for Simpler Tasks </a:t>
          </a:r>
        </a:p>
      </dgm:t>
    </dgm:pt>
    <dgm:pt modelId="{0A9ABF61-BDBB-4F77-82CC-E95311F42F52}" type="parTrans" cxnId="{E2504D7E-A4FD-40FB-A497-3D1894F9A93D}">
      <dgm:prSet/>
      <dgm:spPr/>
      <dgm:t>
        <a:bodyPr/>
        <a:lstStyle/>
        <a:p>
          <a:endParaRPr lang="en-US"/>
        </a:p>
      </dgm:t>
    </dgm:pt>
    <dgm:pt modelId="{F94E0255-DA66-4CD2-9F1D-2B004063A346}" type="sibTrans" cxnId="{E2504D7E-A4FD-40FB-A497-3D1894F9A93D}">
      <dgm:prSet/>
      <dgm:spPr/>
      <dgm:t>
        <a:bodyPr/>
        <a:lstStyle/>
        <a:p>
          <a:endParaRPr lang="en-US"/>
        </a:p>
      </dgm:t>
    </dgm:pt>
    <dgm:pt modelId="{AD72B14D-1DAD-4912-A334-89CE13927E5D}">
      <dgm:prSet/>
      <dgm:spPr/>
      <dgm:t>
        <a:bodyPr/>
        <a:lstStyle/>
        <a:p>
          <a:r>
            <a:rPr lang="en-US"/>
            <a:t>Grammar correction</a:t>
          </a:r>
        </a:p>
      </dgm:t>
    </dgm:pt>
    <dgm:pt modelId="{83494112-B106-4E56-BC65-96A3C236D5F1}" type="parTrans" cxnId="{0A38319B-CFB1-4C34-90D7-93642D63829E}">
      <dgm:prSet/>
      <dgm:spPr/>
      <dgm:t>
        <a:bodyPr/>
        <a:lstStyle/>
        <a:p>
          <a:endParaRPr lang="en-US"/>
        </a:p>
      </dgm:t>
    </dgm:pt>
    <dgm:pt modelId="{A885102E-0DD2-4EDB-BCE1-846B3ABB1819}" type="sibTrans" cxnId="{0A38319B-CFB1-4C34-90D7-93642D63829E}">
      <dgm:prSet/>
      <dgm:spPr/>
      <dgm:t>
        <a:bodyPr/>
        <a:lstStyle/>
        <a:p>
          <a:endParaRPr lang="en-US"/>
        </a:p>
      </dgm:t>
    </dgm:pt>
    <dgm:pt modelId="{F6109220-D3BB-4E99-8D97-3006E697381B}">
      <dgm:prSet/>
      <dgm:spPr/>
      <dgm:t>
        <a:bodyPr/>
        <a:lstStyle/>
        <a:p>
          <a:r>
            <a:rPr lang="en-US"/>
            <a:t>Simple definitions</a:t>
          </a:r>
        </a:p>
      </dgm:t>
    </dgm:pt>
    <dgm:pt modelId="{BC7EFFF6-CB3E-48F9-9343-62D0CBF8B432}" type="parTrans" cxnId="{7B3348A4-0FB6-4FCF-ACD0-2DE0CF61D7BD}">
      <dgm:prSet/>
      <dgm:spPr/>
      <dgm:t>
        <a:bodyPr/>
        <a:lstStyle/>
        <a:p>
          <a:endParaRPr lang="en-US"/>
        </a:p>
      </dgm:t>
    </dgm:pt>
    <dgm:pt modelId="{09EC76ED-9193-4FB1-AC53-F410CF5E0EC2}" type="sibTrans" cxnId="{7B3348A4-0FB6-4FCF-ACD0-2DE0CF61D7BD}">
      <dgm:prSet/>
      <dgm:spPr/>
      <dgm:t>
        <a:bodyPr/>
        <a:lstStyle/>
        <a:p>
          <a:endParaRPr lang="en-US"/>
        </a:p>
      </dgm:t>
    </dgm:pt>
    <dgm:pt modelId="{ABE788CB-6FC7-4AAD-94B2-CD481D8055D7}">
      <dgm:prSet/>
      <dgm:spPr/>
      <dgm:t>
        <a:bodyPr/>
        <a:lstStyle/>
        <a:p>
          <a:r>
            <a:rPr lang="en-US"/>
            <a:t>Text summarization </a:t>
          </a:r>
        </a:p>
      </dgm:t>
    </dgm:pt>
    <dgm:pt modelId="{95832B8B-4612-4630-9BA6-0BADB7601287}" type="parTrans" cxnId="{B76D8C24-0664-4277-A887-04B89510543B}">
      <dgm:prSet/>
      <dgm:spPr/>
      <dgm:t>
        <a:bodyPr/>
        <a:lstStyle/>
        <a:p>
          <a:endParaRPr lang="en-US"/>
        </a:p>
      </dgm:t>
    </dgm:pt>
    <dgm:pt modelId="{D7FF855A-B0BF-453D-A1BD-0BFE85296BB5}" type="sibTrans" cxnId="{B76D8C24-0664-4277-A887-04B89510543B}">
      <dgm:prSet/>
      <dgm:spPr/>
      <dgm:t>
        <a:bodyPr/>
        <a:lstStyle/>
        <a:p>
          <a:endParaRPr lang="en-US"/>
        </a:p>
      </dgm:t>
    </dgm:pt>
    <dgm:pt modelId="{4DFC0F23-5E84-483C-B22B-220C9D9C2181}">
      <dgm:prSet/>
      <dgm:spPr/>
      <dgm:t>
        <a:bodyPr/>
        <a:lstStyle/>
        <a:p>
          <a:r>
            <a:rPr lang="en-US"/>
            <a:t>Translation </a:t>
          </a:r>
        </a:p>
      </dgm:t>
    </dgm:pt>
    <dgm:pt modelId="{264839D6-74CC-4507-8B3C-0CE477152140}" type="parTrans" cxnId="{619C7264-2845-4DC2-AE79-45B0CB6532A6}">
      <dgm:prSet/>
      <dgm:spPr/>
      <dgm:t>
        <a:bodyPr/>
        <a:lstStyle/>
        <a:p>
          <a:endParaRPr lang="en-US"/>
        </a:p>
      </dgm:t>
    </dgm:pt>
    <dgm:pt modelId="{0C28FD73-4648-4F30-83A5-57CD5300C0AD}" type="sibTrans" cxnId="{619C7264-2845-4DC2-AE79-45B0CB6532A6}">
      <dgm:prSet/>
      <dgm:spPr/>
      <dgm:t>
        <a:bodyPr/>
        <a:lstStyle/>
        <a:p>
          <a:endParaRPr lang="en-US"/>
        </a:p>
      </dgm:t>
    </dgm:pt>
    <dgm:pt modelId="{9FBE5F95-BBA0-4FD0-9F8C-FF09281E86E4}">
      <dgm:prSet/>
      <dgm:spPr/>
      <dgm:t>
        <a:bodyPr/>
        <a:lstStyle/>
        <a:p>
          <a:r>
            <a:rPr lang="en-US"/>
            <a:t>Fact-based question answering</a:t>
          </a:r>
        </a:p>
      </dgm:t>
    </dgm:pt>
    <dgm:pt modelId="{4EE922C7-B62A-40F5-9983-651A99B4DB07}" type="parTrans" cxnId="{057E0FAD-6217-495D-9937-920BAE88AC6F}">
      <dgm:prSet/>
      <dgm:spPr/>
      <dgm:t>
        <a:bodyPr/>
        <a:lstStyle/>
        <a:p>
          <a:endParaRPr lang="en-US"/>
        </a:p>
      </dgm:t>
    </dgm:pt>
    <dgm:pt modelId="{9452DEEA-5D80-4313-B09E-2294FE193CA5}" type="sibTrans" cxnId="{057E0FAD-6217-495D-9937-920BAE88AC6F}">
      <dgm:prSet/>
      <dgm:spPr/>
      <dgm:t>
        <a:bodyPr/>
        <a:lstStyle/>
        <a:p>
          <a:endParaRPr lang="en-US"/>
        </a:p>
      </dgm:t>
    </dgm:pt>
    <dgm:pt modelId="{C77CDA05-C012-1440-9653-E1CACC7A48D0}" type="pres">
      <dgm:prSet presAssocID="{3EC1D0FC-B35B-4BB9-9B11-1632056D59DA}" presName="Name0" presStyleCnt="0">
        <dgm:presLayoutVars>
          <dgm:dir/>
          <dgm:animLvl val="lvl"/>
          <dgm:resizeHandles val="exact"/>
        </dgm:presLayoutVars>
      </dgm:prSet>
      <dgm:spPr/>
    </dgm:pt>
    <dgm:pt modelId="{A121D43D-46AD-B743-AE2A-FE988EB3F497}" type="pres">
      <dgm:prSet presAssocID="{B6CB9435-53F2-4D37-96A8-A8EA1EF5E5A8}" presName="composite" presStyleCnt="0"/>
      <dgm:spPr/>
    </dgm:pt>
    <dgm:pt modelId="{C3F2FD87-295A-9944-9C76-41677BEE9521}" type="pres">
      <dgm:prSet presAssocID="{B6CB9435-53F2-4D37-96A8-A8EA1EF5E5A8}" presName="parTx" presStyleLbl="alignNode1" presStyleIdx="0" presStyleCnt="3">
        <dgm:presLayoutVars>
          <dgm:chMax val="0"/>
          <dgm:chPref val="0"/>
          <dgm:bulletEnabled val="1"/>
        </dgm:presLayoutVars>
      </dgm:prSet>
      <dgm:spPr/>
    </dgm:pt>
    <dgm:pt modelId="{65A0F23F-3D16-E54A-A388-36BB193DCCBA}" type="pres">
      <dgm:prSet presAssocID="{B6CB9435-53F2-4D37-96A8-A8EA1EF5E5A8}" presName="desTx" presStyleLbl="alignAccFollowNode1" presStyleIdx="0" presStyleCnt="3">
        <dgm:presLayoutVars>
          <dgm:bulletEnabled val="1"/>
        </dgm:presLayoutVars>
      </dgm:prSet>
      <dgm:spPr/>
    </dgm:pt>
    <dgm:pt modelId="{B10728CE-ED3F-6144-B8EA-BD0D7B103424}" type="pres">
      <dgm:prSet presAssocID="{F1BD93F8-040D-4953-ADB3-1299FDC14257}" presName="space" presStyleCnt="0"/>
      <dgm:spPr/>
    </dgm:pt>
    <dgm:pt modelId="{BBCE2563-A739-1448-8367-A5978539DC6C}" type="pres">
      <dgm:prSet presAssocID="{F56F29CD-6998-4CDB-B82A-151C99B04C75}" presName="composite" presStyleCnt="0"/>
      <dgm:spPr/>
    </dgm:pt>
    <dgm:pt modelId="{8FF392F4-6F9E-B243-9856-6A9EB21C4DB7}" type="pres">
      <dgm:prSet presAssocID="{F56F29CD-6998-4CDB-B82A-151C99B04C75}" presName="parTx" presStyleLbl="alignNode1" presStyleIdx="1" presStyleCnt="3">
        <dgm:presLayoutVars>
          <dgm:chMax val="0"/>
          <dgm:chPref val="0"/>
          <dgm:bulletEnabled val="1"/>
        </dgm:presLayoutVars>
      </dgm:prSet>
      <dgm:spPr/>
    </dgm:pt>
    <dgm:pt modelId="{54677295-3F5F-8F41-97DB-7C272A4A0BA6}" type="pres">
      <dgm:prSet presAssocID="{F56F29CD-6998-4CDB-B82A-151C99B04C75}" presName="desTx" presStyleLbl="alignAccFollowNode1" presStyleIdx="1" presStyleCnt="3">
        <dgm:presLayoutVars>
          <dgm:bulletEnabled val="1"/>
        </dgm:presLayoutVars>
      </dgm:prSet>
      <dgm:spPr/>
    </dgm:pt>
    <dgm:pt modelId="{EBAAC6F8-4584-AB47-891B-D929CD50C16A}" type="pres">
      <dgm:prSet presAssocID="{6431CAC4-C827-4C27-A70C-11FC5FF6D9A5}" presName="space" presStyleCnt="0"/>
      <dgm:spPr/>
    </dgm:pt>
    <dgm:pt modelId="{B57B7E6F-A2DD-8F4D-840F-194E20DBA066}" type="pres">
      <dgm:prSet presAssocID="{ACA45922-7BF7-4D24-950C-94489B45EC11}" presName="composite" presStyleCnt="0"/>
      <dgm:spPr/>
    </dgm:pt>
    <dgm:pt modelId="{9CDBC855-6718-4140-984D-B0EC4939CBFB}" type="pres">
      <dgm:prSet presAssocID="{ACA45922-7BF7-4D24-950C-94489B45EC11}" presName="parTx" presStyleLbl="alignNode1" presStyleIdx="2" presStyleCnt="3">
        <dgm:presLayoutVars>
          <dgm:chMax val="0"/>
          <dgm:chPref val="0"/>
          <dgm:bulletEnabled val="1"/>
        </dgm:presLayoutVars>
      </dgm:prSet>
      <dgm:spPr/>
    </dgm:pt>
    <dgm:pt modelId="{725EAF09-6CA2-8342-8466-33D133B45F59}" type="pres">
      <dgm:prSet presAssocID="{ACA45922-7BF7-4D24-950C-94489B45EC11}" presName="desTx" presStyleLbl="alignAccFollowNode1" presStyleIdx="2" presStyleCnt="3">
        <dgm:presLayoutVars>
          <dgm:bulletEnabled val="1"/>
        </dgm:presLayoutVars>
      </dgm:prSet>
      <dgm:spPr/>
    </dgm:pt>
  </dgm:ptLst>
  <dgm:cxnLst>
    <dgm:cxn modelId="{43E3E017-4873-1A4D-BFB8-E3E509F262B9}" type="presOf" srcId="{AE2B2A2A-5F21-42F1-A8E5-7429F1755029}" destId="{65A0F23F-3D16-E54A-A388-36BB193DCCBA}" srcOrd="0" destOrd="0" presId="urn:microsoft.com/office/officeart/2005/8/layout/hList1"/>
    <dgm:cxn modelId="{B51E4820-5866-2042-AF6E-E43B6C4D819E}" type="presOf" srcId="{ACA45922-7BF7-4D24-950C-94489B45EC11}" destId="{9CDBC855-6718-4140-984D-B0EC4939CBFB}" srcOrd="0" destOrd="0" presId="urn:microsoft.com/office/officeart/2005/8/layout/hList1"/>
    <dgm:cxn modelId="{B7538A24-0441-7248-83C8-07B733BE18AD}" type="presOf" srcId="{F56F29CD-6998-4CDB-B82A-151C99B04C75}" destId="{8FF392F4-6F9E-B243-9856-6A9EB21C4DB7}" srcOrd="0" destOrd="0" presId="urn:microsoft.com/office/officeart/2005/8/layout/hList1"/>
    <dgm:cxn modelId="{B76D8C24-0664-4277-A887-04B89510543B}" srcId="{ACA45922-7BF7-4D24-950C-94489B45EC11}" destId="{ABE788CB-6FC7-4AAD-94B2-CD481D8055D7}" srcOrd="2" destOrd="0" parTransId="{95832B8B-4612-4630-9BA6-0BADB7601287}" sibTransId="{D7FF855A-B0BF-453D-A1BD-0BFE85296BB5}"/>
    <dgm:cxn modelId="{9E3E592A-D0B2-BE40-AED9-6EC3504788C8}" type="presOf" srcId="{62751D10-CC1F-4053-A1E3-BAEC3B2CF92E}" destId="{54677295-3F5F-8F41-97DB-7C272A4A0BA6}" srcOrd="0" destOrd="3" presId="urn:microsoft.com/office/officeart/2005/8/layout/hList1"/>
    <dgm:cxn modelId="{8FD2B02B-BA50-8E4F-A53B-A9379479E87D}" type="presOf" srcId="{B6CB9435-53F2-4D37-96A8-A8EA1EF5E5A8}" destId="{C3F2FD87-295A-9944-9C76-41677BEE9521}" srcOrd="0" destOrd="0" presId="urn:microsoft.com/office/officeart/2005/8/layout/hList1"/>
    <dgm:cxn modelId="{9744C34C-8F10-42DA-87C0-64257CFCECF4}" srcId="{3EC1D0FC-B35B-4BB9-9B11-1632056D59DA}" destId="{B6CB9435-53F2-4D37-96A8-A8EA1EF5E5A8}" srcOrd="0" destOrd="0" parTransId="{95F07BDD-B1CD-46BF-90B4-49FDBF65557C}" sibTransId="{F1BD93F8-040D-4953-ADB3-1299FDC14257}"/>
    <dgm:cxn modelId="{E3A4AD59-AAC7-C242-A66D-10ED43F48C95}" type="presOf" srcId="{ABE788CB-6FC7-4AAD-94B2-CD481D8055D7}" destId="{725EAF09-6CA2-8342-8466-33D133B45F59}" srcOrd="0" destOrd="2" presId="urn:microsoft.com/office/officeart/2005/8/layout/hList1"/>
    <dgm:cxn modelId="{55AB6B5A-A7A9-4C63-B00A-D7FF8F760CF2}" srcId="{B6CB9435-53F2-4D37-96A8-A8EA1EF5E5A8}" destId="{EC44EAE9-A95B-4CEA-9B1F-A48572FA25EB}" srcOrd="1" destOrd="0" parTransId="{22B6F9BC-5BC5-4CA1-8A8F-CC6F78E2141F}" sibTransId="{47A4286B-ED23-450C-8B5B-2A915F9E6429}"/>
    <dgm:cxn modelId="{B99D185E-ECA9-A04D-9A11-8E22D79EF95E}" type="presOf" srcId="{25AAF369-34C4-4F85-82C4-DE32E387E9FA}" destId="{54677295-3F5F-8F41-97DB-7C272A4A0BA6}" srcOrd="0" destOrd="5" presId="urn:microsoft.com/office/officeart/2005/8/layout/hList1"/>
    <dgm:cxn modelId="{FB640761-E361-5E43-A455-C8C37BEC7996}" type="presOf" srcId="{F6109220-D3BB-4E99-8D97-3006E697381B}" destId="{725EAF09-6CA2-8342-8466-33D133B45F59}" srcOrd="0" destOrd="1" presId="urn:microsoft.com/office/officeart/2005/8/layout/hList1"/>
    <dgm:cxn modelId="{619C7264-2845-4DC2-AE79-45B0CB6532A6}" srcId="{ACA45922-7BF7-4D24-950C-94489B45EC11}" destId="{4DFC0F23-5E84-483C-B22B-220C9D9C2181}" srcOrd="3" destOrd="0" parTransId="{264839D6-74CC-4507-8B3C-0CE477152140}" sibTransId="{0C28FD73-4648-4F30-83A5-57CD5300C0AD}"/>
    <dgm:cxn modelId="{F9DB2165-DCA9-6D40-8D8B-422C90EFEE47}" type="presOf" srcId="{B4A45428-3C7D-4E9A-B45C-A703DE580C3C}" destId="{54677295-3F5F-8F41-97DB-7C272A4A0BA6}" srcOrd="0" destOrd="2" presId="urn:microsoft.com/office/officeart/2005/8/layout/hList1"/>
    <dgm:cxn modelId="{3633256B-5051-4909-AE56-BF62E014D042}" srcId="{F56F29CD-6998-4CDB-B82A-151C99B04C75}" destId="{8C2F434D-B6F9-49C5-88D0-D55580DBDD2F}" srcOrd="1" destOrd="0" parTransId="{F4E2B44A-D247-4C61-A9F3-FD3D77F8AD43}" sibTransId="{E99E6F0A-043F-45E9-A013-94503BC6376D}"/>
    <dgm:cxn modelId="{19C3E27D-EE4F-0F4B-89EA-D68AD48ADFAC}" type="presOf" srcId="{EC44EAE9-A95B-4CEA-9B1F-A48572FA25EB}" destId="{65A0F23F-3D16-E54A-A388-36BB193DCCBA}" srcOrd="0" destOrd="1" presId="urn:microsoft.com/office/officeart/2005/8/layout/hList1"/>
    <dgm:cxn modelId="{E2504D7E-A4FD-40FB-A497-3D1894F9A93D}" srcId="{3EC1D0FC-B35B-4BB9-9B11-1632056D59DA}" destId="{ACA45922-7BF7-4D24-950C-94489B45EC11}" srcOrd="2" destOrd="0" parTransId="{0A9ABF61-BDBB-4F77-82CC-E95311F42F52}" sibTransId="{F94E0255-DA66-4CD2-9F1D-2B004063A346}"/>
    <dgm:cxn modelId="{2107D28C-35C4-4772-AB53-208C142696F4}" srcId="{F56F29CD-6998-4CDB-B82A-151C99B04C75}" destId="{B4A45428-3C7D-4E9A-B45C-A703DE580C3C}" srcOrd="2" destOrd="0" parTransId="{20491E63-24DE-4563-82F2-E560EA3A25AD}" sibTransId="{CFA042F0-FC4E-4D8B-A026-9C1546D532E5}"/>
    <dgm:cxn modelId="{C6130C91-82CE-6D49-877F-71249B21DF07}" type="presOf" srcId="{8A3D565D-39F4-4920-85B0-5607A6993DB7}" destId="{54677295-3F5F-8F41-97DB-7C272A4A0BA6}" srcOrd="0" destOrd="4" presId="urn:microsoft.com/office/officeart/2005/8/layout/hList1"/>
    <dgm:cxn modelId="{D55A4A94-EFD7-4C0C-8E32-781137901131}" srcId="{3EC1D0FC-B35B-4BB9-9B11-1632056D59DA}" destId="{F56F29CD-6998-4CDB-B82A-151C99B04C75}" srcOrd="1" destOrd="0" parTransId="{CD1A6101-8C61-4BED-A496-F49F41A935BF}" sibTransId="{6431CAC4-C827-4C27-A70C-11FC5FF6D9A5}"/>
    <dgm:cxn modelId="{0A38319B-CFB1-4C34-90D7-93642D63829E}" srcId="{ACA45922-7BF7-4D24-950C-94489B45EC11}" destId="{AD72B14D-1DAD-4912-A334-89CE13927E5D}" srcOrd="0" destOrd="0" parTransId="{83494112-B106-4E56-BC65-96A3C236D5F1}" sibTransId="{A885102E-0DD2-4EDB-BCE1-846B3ABB1819}"/>
    <dgm:cxn modelId="{C6CE50A2-F7A9-4C90-BC24-59424670352A}" srcId="{F56F29CD-6998-4CDB-B82A-151C99B04C75}" destId="{62751D10-CC1F-4053-A1E3-BAEC3B2CF92E}" srcOrd="3" destOrd="0" parTransId="{D45B318F-17F2-4DA0-AF40-4D680B450092}" sibTransId="{0406ECC0-B994-4769-A674-6C619E16FFEF}"/>
    <dgm:cxn modelId="{3F93E1A2-E5F4-47CC-AB75-1BF3EA53CE5F}" srcId="{F56F29CD-6998-4CDB-B82A-151C99B04C75}" destId="{25AAF369-34C4-4F85-82C4-DE32E387E9FA}" srcOrd="5" destOrd="0" parTransId="{87F7BF65-1ABB-4F47-A4C5-08C32603A360}" sibTransId="{E24CF9CC-CC5F-4724-A500-96E363A5FFD0}"/>
    <dgm:cxn modelId="{F68150A3-D990-CC4E-9511-064AF76A9875}" type="presOf" srcId="{9FBE5F95-BBA0-4FD0-9F8C-FF09281E86E4}" destId="{725EAF09-6CA2-8342-8466-33D133B45F59}" srcOrd="0" destOrd="4" presId="urn:microsoft.com/office/officeart/2005/8/layout/hList1"/>
    <dgm:cxn modelId="{7B3348A4-0FB6-4FCF-ACD0-2DE0CF61D7BD}" srcId="{ACA45922-7BF7-4D24-950C-94489B45EC11}" destId="{F6109220-D3BB-4E99-8D97-3006E697381B}" srcOrd="1" destOrd="0" parTransId="{BC7EFFF6-CB3E-48F9-9343-62D0CBF8B432}" sibTransId="{09EC76ED-9193-4FB1-AC53-F410CF5E0EC2}"/>
    <dgm:cxn modelId="{C5FEDBAA-5495-4765-9AD9-6118DF5AD047}" srcId="{B6CB9435-53F2-4D37-96A8-A8EA1EF5E5A8}" destId="{76E08816-4F9E-4D65-BF6E-EC86ABD09174}" srcOrd="2" destOrd="0" parTransId="{11233A31-E55A-4E75-8A85-BD77911C23F5}" sibTransId="{332AD34E-A258-4496-96BE-EEE21C2B7DFB}"/>
    <dgm:cxn modelId="{057E0FAD-6217-495D-9937-920BAE88AC6F}" srcId="{ACA45922-7BF7-4D24-950C-94489B45EC11}" destId="{9FBE5F95-BBA0-4FD0-9F8C-FF09281E86E4}" srcOrd="4" destOrd="0" parTransId="{4EE922C7-B62A-40F5-9983-651A99B4DB07}" sibTransId="{9452DEEA-5D80-4313-B09E-2294FE193CA5}"/>
    <dgm:cxn modelId="{C8210FB2-A602-5549-9352-A2C9B2FE748E}" type="presOf" srcId="{76E08816-4F9E-4D65-BF6E-EC86ABD09174}" destId="{65A0F23F-3D16-E54A-A388-36BB193DCCBA}" srcOrd="0" destOrd="2" presId="urn:microsoft.com/office/officeart/2005/8/layout/hList1"/>
    <dgm:cxn modelId="{0150B6C7-6F81-AC40-8C03-0824BF850AD1}" type="presOf" srcId="{4DFC0F23-5E84-483C-B22B-220C9D9C2181}" destId="{725EAF09-6CA2-8342-8466-33D133B45F59}" srcOrd="0" destOrd="3" presId="urn:microsoft.com/office/officeart/2005/8/layout/hList1"/>
    <dgm:cxn modelId="{9F5395C9-82D7-4307-8465-D3D6BCFA46DA}" srcId="{B6CB9435-53F2-4D37-96A8-A8EA1EF5E5A8}" destId="{AE2B2A2A-5F21-42F1-A8E5-7429F1755029}" srcOrd="0" destOrd="0" parTransId="{25C751A4-2EF8-4352-9BEC-67316012569C}" sibTransId="{150F48C8-470F-414C-A4F1-EAFBA1C7E0A0}"/>
    <dgm:cxn modelId="{952E02CC-BCF1-C44E-8A29-A4F6646EDA91}" type="presOf" srcId="{3EC1D0FC-B35B-4BB9-9B11-1632056D59DA}" destId="{C77CDA05-C012-1440-9653-E1CACC7A48D0}" srcOrd="0" destOrd="0" presId="urn:microsoft.com/office/officeart/2005/8/layout/hList1"/>
    <dgm:cxn modelId="{627978DC-FC6A-9942-80B9-4F58BE371390}" type="presOf" srcId="{C29452B6-C40E-4B67-A949-D88119CD9E03}" destId="{54677295-3F5F-8F41-97DB-7C272A4A0BA6}" srcOrd="0" destOrd="0" presId="urn:microsoft.com/office/officeart/2005/8/layout/hList1"/>
    <dgm:cxn modelId="{22604CE4-18EE-4CC3-BAEE-76AF92F47A98}" srcId="{F56F29CD-6998-4CDB-B82A-151C99B04C75}" destId="{8A3D565D-39F4-4920-85B0-5607A6993DB7}" srcOrd="4" destOrd="0" parTransId="{08662E72-E851-4CF9-B7E8-6217A4450BDE}" sibTransId="{6D91D0B2-77BC-40E5-A6B4-7A76565D717A}"/>
    <dgm:cxn modelId="{5B86ABE5-91C3-4B60-B837-79C7BBB5EF26}" srcId="{F56F29CD-6998-4CDB-B82A-151C99B04C75}" destId="{C29452B6-C40E-4B67-A949-D88119CD9E03}" srcOrd="0" destOrd="0" parTransId="{A97C783C-9E84-43E5-85E0-1AF9A06F6408}" sibTransId="{E72723D0-4CA2-4795-82FF-EB7C8220F0C0}"/>
    <dgm:cxn modelId="{83C0C3FA-2812-C64C-95B9-CCB6D61EBBDC}" type="presOf" srcId="{8C2F434D-B6F9-49C5-88D0-D55580DBDD2F}" destId="{54677295-3F5F-8F41-97DB-7C272A4A0BA6}" srcOrd="0" destOrd="1" presId="urn:microsoft.com/office/officeart/2005/8/layout/hList1"/>
    <dgm:cxn modelId="{E1F3EFFC-B2B2-9A46-8208-D145DB585410}" type="presOf" srcId="{AD72B14D-1DAD-4912-A334-89CE13927E5D}" destId="{725EAF09-6CA2-8342-8466-33D133B45F59}" srcOrd="0" destOrd="0" presId="urn:microsoft.com/office/officeart/2005/8/layout/hList1"/>
    <dgm:cxn modelId="{19AF6BB8-08E7-2145-86D6-8AF001C26032}" type="presParOf" srcId="{C77CDA05-C012-1440-9653-E1CACC7A48D0}" destId="{A121D43D-46AD-B743-AE2A-FE988EB3F497}" srcOrd="0" destOrd="0" presId="urn:microsoft.com/office/officeart/2005/8/layout/hList1"/>
    <dgm:cxn modelId="{AED184BB-2A34-FE4D-B28C-554A816EC489}" type="presParOf" srcId="{A121D43D-46AD-B743-AE2A-FE988EB3F497}" destId="{C3F2FD87-295A-9944-9C76-41677BEE9521}" srcOrd="0" destOrd="0" presId="urn:microsoft.com/office/officeart/2005/8/layout/hList1"/>
    <dgm:cxn modelId="{2637DB5D-C259-9E4E-B955-6096DDA3FE6D}" type="presParOf" srcId="{A121D43D-46AD-B743-AE2A-FE988EB3F497}" destId="{65A0F23F-3D16-E54A-A388-36BB193DCCBA}" srcOrd="1" destOrd="0" presId="urn:microsoft.com/office/officeart/2005/8/layout/hList1"/>
    <dgm:cxn modelId="{ACE13F9C-E520-E54F-9317-6F161E0F5995}" type="presParOf" srcId="{C77CDA05-C012-1440-9653-E1CACC7A48D0}" destId="{B10728CE-ED3F-6144-B8EA-BD0D7B103424}" srcOrd="1" destOrd="0" presId="urn:microsoft.com/office/officeart/2005/8/layout/hList1"/>
    <dgm:cxn modelId="{D22EBADF-691D-B945-970A-6386EEC16B6A}" type="presParOf" srcId="{C77CDA05-C012-1440-9653-E1CACC7A48D0}" destId="{BBCE2563-A739-1448-8367-A5978539DC6C}" srcOrd="2" destOrd="0" presId="urn:microsoft.com/office/officeart/2005/8/layout/hList1"/>
    <dgm:cxn modelId="{4CC867E1-4B16-E440-BCC4-F8662BD187D1}" type="presParOf" srcId="{BBCE2563-A739-1448-8367-A5978539DC6C}" destId="{8FF392F4-6F9E-B243-9856-6A9EB21C4DB7}" srcOrd="0" destOrd="0" presId="urn:microsoft.com/office/officeart/2005/8/layout/hList1"/>
    <dgm:cxn modelId="{57758EE0-4866-5F48-9732-24B5C72BE447}" type="presParOf" srcId="{BBCE2563-A739-1448-8367-A5978539DC6C}" destId="{54677295-3F5F-8F41-97DB-7C272A4A0BA6}" srcOrd="1" destOrd="0" presId="urn:microsoft.com/office/officeart/2005/8/layout/hList1"/>
    <dgm:cxn modelId="{AD3CF4F0-DFC9-C64B-92B6-958143A516E1}" type="presParOf" srcId="{C77CDA05-C012-1440-9653-E1CACC7A48D0}" destId="{EBAAC6F8-4584-AB47-891B-D929CD50C16A}" srcOrd="3" destOrd="0" presId="urn:microsoft.com/office/officeart/2005/8/layout/hList1"/>
    <dgm:cxn modelId="{7CABCD7B-380F-6641-B834-35F6C4D72C9C}" type="presParOf" srcId="{C77CDA05-C012-1440-9653-E1CACC7A48D0}" destId="{B57B7E6F-A2DD-8F4D-840F-194E20DBA066}" srcOrd="4" destOrd="0" presId="urn:microsoft.com/office/officeart/2005/8/layout/hList1"/>
    <dgm:cxn modelId="{B4F1B6E2-E424-624D-B331-FB2977BC6674}" type="presParOf" srcId="{B57B7E6F-A2DD-8F4D-840F-194E20DBA066}" destId="{9CDBC855-6718-4140-984D-B0EC4939CBFB}" srcOrd="0" destOrd="0" presId="urn:microsoft.com/office/officeart/2005/8/layout/hList1"/>
    <dgm:cxn modelId="{B7B024DF-5550-8043-B0E6-C798DE808ABE}" type="presParOf" srcId="{B57B7E6F-A2DD-8F4D-840F-194E20DBA066}" destId="{725EAF09-6CA2-8342-8466-33D133B45F5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DEFE444-2B4D-4FD3-B504-2D278D2BD5D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B0B9BE58-CFD9-4CAC-BBD1-3137E249C2FB}">
      <dgm:prSet/>
      <dgm:spPr/>
      <dgm:t>
        <a:bodyPr/>
        <a:lstStyle/>
        <a:p>
          <a:r>
            <a:rPr lang="en-US"/>
            <a:t>Do these models really reason? [topic of another workshop]</a:t>
          </a:r>
        </a:p>
      </dgm:t>
    </dgm:pt>
    <dgm:pt modelId="{F0DE1729-14D5-48BE-A739-D496FD16A4CE}" type="parTrans" cxnId="{D42051F9-58BD-498D-A71D-03A5B8B5192A}">
      <dgm:prSet/>
      <dgm:spPr/>
      <dgm:t>
        <a:bodyPr/>
        <a:lstStyle/>
        <a:p>
          <a:endParaRPr lang="en-US"/>
        </a:p>
      </dgm:t>
    </dgm:pt>
    <dgm:pt modelId="{94CF2410-AF4F-468D-BD5B-55DF85ED4717}" type="sibTrans" cxnId="{D42051F9-58BD-498D-A71D-03A5B8B5192A}">
      <dgm:prSet/>
      <dgm:spPr/>
      <dgm:t>
        <a:bodyPr/>
        <a:lstStyle/>
        <a:p>
          <a:endParaRPr lang="en-US"/>
        </a:p>
      </dgm:t>
    </dgm:pt>
    <dgm:pt modelId="{B497E652-F154-4D81-B3BC-7923BBD4C218}">
      <dgm:prSet/>
      <dgm:spPr/>
      <dgm:t>
        <a:bodyPr/>
        <a:lstStyle/>
        <a:p>
          <a:r>
            <a:rPr lang="en-US"/>
            <a:t>To reason, you need to understand</a:t>
          </a:r>
        </a:p>
      </dgm:t>
    </dgm:pt>
    <dgm:pt modelId="{D921C978-FC8C-4F70-AED5-DE49BD532343}" type="parTrans" cxnId="{128F1D40-E65D-4C08-BD59-7883B51D0954}">
      <dgm:prSet/>
      <dgm:spPr/>
      <dgm:t>
        <a:bodyPr/>
        <a:lstStyle/>
        <a:p>
          <a:endParaRPr lang="en-US"/>
        </a:p>
      </dgm:t>
    </dgm:pt>
    <dgm:pt modelId="{D7EBB996-1AC9-4708-A5FB-CF60D1443530}" type="sibTrans" cxnId="{128F1D40-E65D-4C08-BD59-7883B51D0954}">
      <dgm:prSet/>
      <dgm:spPr/>
      <dgm:t>
        <a:bodyPr/>
        <a:lstStyle/>
        <a:p>
          <a:endParaRPr lang="en-US"/>
        </a:p>
      </dgm:t>
    </dgm:pt>
    <dgm:pt modelId="{F8A41156-79FF-4FF7-B440-CB09C1207B10}">
      <dgm:prSet/>
      <dgm:spPr/>
      <dgm:t>
        <a:bodyPr/>
        <a:lstStyle/>
        <a:p>
          <a:r>
            <a:rPr lang="en-US"/>
            <a:t>Do these models really understand? </a:t>
          </a:r>
        </a:p>
      </dgm:t>
    </dgm:pt>
    <dgm:pt modelId="{8E729D3B-C903-41E3-83A7-B8B933ECAF87}" type="parTrans" cxnId="{A6BD0AD2-0518-4FBC-AC9E-598F20BD6E90}">
      <dgm:prSet/>
      <dgm:spPr/>
      <dgm:t>
        <a:bodyPr/>
        <a:lstStyle/>
        <a:p>
          <a:endParaRPr lang="en-US"/>
        </a:p>
      </dgm:t>
    </dgm:pt>
    <dgm:pt modelId="{9448E8F6-E71C-4CEA-A585-BE6858DDBBD5}" type="sibTrans" cxnId="{A6BD0AD2-0518-4FBC-AC9E-598F20BD6E90}">
      <dgm:prSet/>
      <dgm:spPr/>
      <dgm:t>
        <a:bodyPr/>
        <a:lstStyle/>
        <a:p>
          <a:endParaRPr lang="en-US"/>
        </a:p>
      </dgm:t>
    </dgm:pt>
    <dgm:pt modelId="{174907C3-475E-49D0-953B-F7FB8DE1BD36}">
      <dgm:prSet/>
      <dgm:spPr/>
      <dgm:t>
        <a:bodyPr/>
        <a:lstStyle/>
        <a:p>
          <a:r>
            <a:rPr lang="en-US"/>
            <a:t>Next token prediction  vs understanding </a:t>
          </a:r>
        </a:p>
      </dgm:t>
    </dgm:pt>
    <dgm:pt modelId="{7C3C7F73-55CB-40D8-858E-B701B455F55A}" type="parTrans" cxnId="{6A884958-4D37-4B26-9FDA-4D49B038319E}">
      <dgm:prSet/>
      <dgm:spPr/>
      <dgm:t>
        <a:bodyPr/>
        <a:lstStyle/>
        <a:p>
          <a:endParaRPr lang="en-US"/>
        </a:p>
      </dgm:t>
    </dgm:pt>
    <dgm:pt modelId="{F7518214-E00C-4078-8C94-50E5899E5A6A}" type="sibTrans" cxnId="{6A884958-4D37-4B26-9FDA-4D49B038319E}">
      <dgm:prSet/>
      <dgm:spPr/>
      <dgm:t>
        <a:bodyPr/>
        <a:lstStyle/>
        <a:p>
          <a:endParaRPr lang="en-US"/>
        </a:p>
      </dgm:t>
    </dgm:pt>
    <dgm:pt modelId="{5BA072AC-2320-47C4-B0E5-8F66F6B8A568}">
      <dgm:prSet/>
      <dgm:spPr/>
      <dgm:t>
        <a:bodyPr/>
        <a:lstStyle/>
        <a:p>
          <a:r>
            <a:rPr lang="en-US"/>
            <a:t>No Real World Model</a:t>
          </a:r>
        </a:p>
      </dgm:t>
    </dgm:pt>
    <dgm:pt modelId="{A613FC9B-FF9D-4034-9312-55D759835421}" type="parTrans" cxnId="{742280F9-854F-4B48-8C47-2DD01518E005}">
      <dgm:prSet/>
      <dgm:spPr/>
      <dgm:t>
        <a:bodyPr/>
        <a:lstStyle/>
        <a:p>
          <a:endParaRPr lang="en-US"/>
        </a:p>
      </dgm:t>
    </dgm:pt>
    <dgm:pt modelId="{BE394967-46DE-4D9C-A800-C1021E191440}" type="sibTrans" cxnId="{742280F9-854F-4B48-8C47-2DD01518E005}">
      <dgm:prSet/>
      <dgm:spPr/>
      <dgm:t>
        <a:bodyPr/>
        <a:lstStyle/>
        <a:p>
          <a:endParaRPr lang="en-US"/>
        </a:p>
      </dgm:t>
    </dgm:pt>
    <dgm:pt modelId="{8F0035AB-AEB3-49B6-AAF2-EB7B568D48C9}">
      <dgm:prSet/>
      <dgm:spPr/>
      <dgm:t>
        <a:bodyPr/>
        <a:lstStyle/>
        <a:p>
          <a:r>
            <a:rPr lang="en-US" dirty="0"/>
            <a:t>No internal model of physics, time, or environment.</a:t>
          </a:r>
        </a:p>
      </dgm:t>
    </dgm:pt>
    <dgm:pt modelId="{4E7872AF-683E-41AB-B45B-E7B131E52841}" type="parTrans" cxnId="{7C6F36CA-0708-4A89-B723-3F724E06E571}">
      <dgm:prSet/>
      <dgm:spPr/>
      <dgm:t>
        <a:bodyPr/>
        <a:lstStyle/>
        <a:p>
          <a:endParaRPr lang="en-US"/>
        </a:p>
      </dgm:t>
    </dgm:pt>
    <dgm:pt modelId="{9317FB41-56A2-4A27-9130-CEB9904101ED}" type="sibTrans" cxnId="{7C6F36CA-0708-4A89-B723-3F724E06E571}">
      <dgm:prSet/>
      <dgm:spPr/>
      <dgm:t>
        <a:bodyPr/>
        <a:lstStyle/>
        <a:p>
          <a:endParaRPr lang="en-US"/>
        </a:p>
      </dgm:t>
    </dgm:pt>
    <dgm:pt modelId="{EA7DF34B-3D2A-498C-B9CD-8CF5940DB8BB}">
      <dgm:prSet/>
      <dgm:spPr/>
      <dgm:t>
        <a:bodyPr/>
        <a:lstStyle/>
        <a:p>
          <a:r>
            <a:rPr lang="en-US"/>
            <a:t>struggle with tasks that require understanding of how world works</a:t>
          </a:r>
        </a:p>
      </dgm:t>
    </dgm:pt>
    <dgm:pt modelId="{8513AAB9-2023-48EE-B05A-DF624D851120}" type="parTrans" cxnId="{0A1E21A8-AB32-4205-B995-2E9E83D1760F}">
      <dgm:prSet/>
      <dgm:spPr/>
      <dgm:t>
        <a:bodyPr/>
        <a:lstStyle/>
        <a:p>
          <a:endParaRPr lang="en-US"/>
        </a:p>
      </dgm:t>
    </dgm:pt>
    <dgm:pt modelId="{5BBF7AC4-7D34-4364-9D6D-94859CAEB988}" type="sibTrans" cxnId="{0A1E21A8-AB32-4205-B995-2E9E83D1760F}">
      <dgm:prSet/>
      <dgm:spPr/>
      <dgm:t>
        <a:bodyPr/>
        <a:lstStyle/>
        <a:p>
          <a:endParaRPr lang="en-US"/>
        </a:p>
      </dgm:t>
    </dgm:pt>
    <dgm:pt modelId="{41446D6D-3FC3-4102-BB24-E8C3160E63A0}">
      <dgm:prSet/>
      <dgm:spPr/>
      <dgm:t>
        <a:bodyPr/>
        <a:lstStyle/>
        <a:p>
          <a:r>
            <a:rPr lang="en-US"/>
            <a:t>something Yann LeCun’s team works [another workshop, see </a:t>
          </a:r>
          <a:r>
            <a:rPr lang="en-US">
              <a:hlinkClick xmlns:r="http://schemas.openxmlformats.org/officeDocument/2006/relationships" r:id="rId1"/>
            </a:rPr>
            <a:t>paper</a:t>
          </a:r>
          <a:r>
            <a:rPr lang="en-US"/>
            <a:t> ] </a:t>
          </a:r>
        </a:p>
      </dgm:t>
    </dgm:pt>
    <dgm:pt modelId="{AB9336C4-D573-410F-ABBE-80C3CAB1C858}" type="parTrans" cxnId="{DAB94DAC-1B37-4D7C-AFAE-C713C376E26E}">
      <dgm:prSet/>
      <dgm:spPr/>
      <dgm:t>
        <a:bodyPr/>
        <a:lstStyle/>
        <a:p>
          <a:endParaRPr lang="en-US"/>
        </a:p>
      </dgm:t>
    </dgm:pt>
    <dgm:pt modelId="{915F4E26-8908-4F59-927A-2F0C8775CA24}" type="sibTrans" cxnId="{DAB94DAC-1B37-4D7C-AFAE-C713C376E26E}">
      <dgm:prSet/>
      <dgm:spPr/>
      <dgm:t>
        <a:bodyPr/>
        <a:lstStyle/>
        <a:p>
          <a:endParaRPr lang="en-US"/>
        </a:p>
      </dgm:t>
    </dgm:pt>
    <dgm:pt modelId="{BC8A07E6-2884-4C24-9E2B-3CCC93DB52DA}">
      <dgm:prSet/>
      <dgm:spPr/>
      <dgm:t>
        <a:bodyPr/>
        <a:lstStyle/>
        <a:p>
          <a:r>
            <a:rPr lang="en-US"/>
            <a:t>Hallucination Risk</a:t>
          </a:r>
        </a:p>
      </dgm:t>
    </dgm:pt>
    <dgm:pt modelId="{26C9F3B2-032B-46C6-8603-EC959FB1FE51}" type="parTrans" cxnId="{A6932862-0FE6-4F2E-8CE1-86DECF9A5CC1}">
      <dgm:prSet/>
      <dgm:spPr/>
      <dgm:t>
        <a:bodyPr/>
        <a:lstStyle/>
        <a:p>
          <a:endParaRPr lang="en-US"/>
        </a:p>
      </dgm:t>
    </dgm:pt>
    <dgm:pt modelId="{4714756E-DFB6-45A6-BBBF-A480B4FDE879}" type="sibTrans" cxnId="{A6932862-0FE6-4F2E-8CE1-86DECF9A5CC1}">
      <dgm:prSet/>
      <dgm:spPr/>
      <dgm:t>
        <a:bodyPr/>
        <a:lstStyle/>
        <a:p>
          <a:endParaRPr lang="en-US"/>
        </a:p>
      </dgm:t>
    </dgm:pt>
    <dgm:pt modelId="{988E638A-80A3-402D-AF49-9EFB36054A52}">
      <dgm:prSet/>
      <dgm:spPr/>
      <dgm:t>
        <a:bodyPr/>
        <a:lstStyle/>
        <a:p>
          <a:r>
            <a:rPr lang="en-US"/>
            <a:t>Remember how Transformer architecture works  </a:t>
          </a:r>
        </a:p>
      </dgm:t>
    </dgm:pt>
    <dgm:pt modelId="{E5576FD1-1372-49BD-BBA6-45109C77FDF6}" type="parTrans" cxnId="{552E0E8B-F6FF-4AF3-8490-61D40C3CB67A}">
      <dgm:prSet/>
      <dgm:spPr/>
      <dgm:t>
        <a:bodyPr/>
        <a:lstStyle/>
        <a:p>
          <a:endParaRPr lang="en-US"/>
        </a:p>
      </dgm:t>
    </dgm:pt>
    <dgm:pt modelId="{4B94FAFA-08BE-4706-8E15-95D38552D0A0}" type="sibTrans" cxnId="{552E0E8B-F6FF-4AF3-8490-61D40C3CB67A}">
      <dgm:prSet/>
      <dgm:spPr/>
      <dgm:t>
        <a:bodyPr/>
        <a:lstStyle/>
        <a:p>
          <a:endParaRPr lang="en-US"/>
        </a:p>
      </dgm:t>
    </dgm:pt>
    <dgm:pt modelId="{79EA6653-A877-4C88-9744-543CADA098D0}">
      <dgm:prSet/>
      <dgm:spPr/>
      <dgm:t>
        <a:bodyPr/>
        <a:lstStyle/>
        <a:p>
          <a:r>
            <a:rPr lang="en-US"/>
            <a:t>Check Everything! </a:t>
          </a:r>
        </a:p>
      </dgm:t>
    </dgm:pt>
    <dgm:pt modelId="{F00CA819-018F-455C-9ED2-47F42108D5E3}" type="parTrans" cxnId="{19D374D1-00AA-426B-A89F-C75614F898B8}">
      <dgm:prSet/>
      <dgm:spPr/>
      <dgm:t>
        <a:bodyPr/>
        <a:lstStyle/>
        <a:p>
          <a:endParaRPr lang="en-US"/>
        </a:p>
      </dgm:t>
    </dgm:pt>
    <dgm:pt modelId="{15891CCB-59F7-43A3-8EA8-4E39786DE45D}" type="sibTrans" cxnId="{19D374D1-00AA-426B-A89F-C75614F898B8}">
      <dgm:prSet/>
      <dgm:spPr/>
      <dgm:t>
        <a:bodyPr/>
        <a:lstStyle/>
        <a:p>
          <a:endParaRPr lang="en-US"/>
        </a:p>
      </dgm:t>
    </dgm:pt>
    <dgm:pt modelId="{D4F41643-86E7-4AA6-A4DB-4EEE3DDF10FA}">
      <dgm:prSet/>
      <dgm:spPr/>
      <dgm:t>
        <a:bodyPr/>
        <a:lstStyle/>
        <a:p>
          <a:r>
            <a:rPr lang="en-US"/>
            <a:t>You are the expert, models can only assist! </a:t>
          </a:r>
        </a:p>
      </dgm:t>
    </dgm:pt>
    <dgm:pt modelId="{24A4A422-DB73-4382-A1A2-1695E77B2C5D}" type="parTrans" cxnId="{2D3197DE-2785-4FE2-BEFE-F41BF729088F}">
      <dgm:prSet/>
      <dgm:spPr/>
      <dgm:t>
        <a:bodyPr/>
        <a:lstStyle/>
        <a:p>
          <a:endParaRPr lang="en-US"/>
        </a:p>
      </dgm:t>
    </dgm:pt>
    <dgm:pt modelId="{35EA2575-0F32-4955-AB1B-E31F48D18024}" type="sibTrans" cxnId="{2D3197DE-2785-4FE2-BEFE-F41BF729088F}">
      <dgm:prSet/>
      <dgm:spPr/>
      <dgm:t>
        <a:bodyPr/>
        <a:lstStyle/>
        <a:p>
          <a:endParaRPr lang="en-US"/>
        </a:p>
      </dgm:t>
    </dgm:pt>
    <dgm:pt modelId="{AA0739FF-14DA-F949-B2B5-BC53F6DEE75E}" type="pres">
      <dgm:prSet presAssocID="{ADEFE444-2B4D-4FD3-B504-2D278D2BD5DD}" presName="linear" presStyleCnt="0">
        <dgm:presLayoutVars>
          <dgm:animLvl val="lvl"/>
          <dgm:resizeHandles val="exact"/>
        </dgm:presLayoutVars>
      </dgm:prSet>
      <dgm:spPr/>
    </dgm:pt>
    <dgm:pt modelId="{E4D30EB2-F058-D849-8021-E62C71BF1300}" type="pres">
      <dgm:prSet presAssocID="{B0B9BE58-CFD9-4CAC-BBD1-3137E249C2FB}" presName="parentText" presStyleLbl="node1" presStyleIdx="0" presStyleCnt="6">
        <dgm:presLayoutVars>
          <dgm:chMax val="0"/>
          <dgm:bulletEnabled val="1"/>
        </dgm:presLayoutVars>
      </dgm:prSet>
      <dgm:spPr/>
    </dgm:pt>
    <dgm:pt modelId="{F9E02946-69AE-5043-83E7-1D6E7ACD3BF2}" type="pres">
      <dgm:prSet presAssocID="{94CF2410-AF4F-468D-BD5B-55DF85ED4717}" presName="spacer" presStyleCnt="0"/>
      <dgm:spPr/>
    </dgm:pt>
    <dgm:pt modelId="{A6D613BA-DFED-C249-8107-63642B219FEE}" type="pres">
      <dgm:prSet presAssocID="{B497E652-F154-4D81-B3BC-7923BBD4C218}" presName="parentText" presStyleLbl="node1" presStyleIdx="1" presStyleCnt="6">
        <dgm:presLayoutVars>
          <dgm:chMax val="0"/>
          <dgm:bulletEnabled val="1"/>
        </dgm:presLayoutVars>
      </dgm:prSet>
      <dgm:spPr/>
    </dgm:pt>
    <dgm:pt modelId="{3F0D5117-9E48-A648-8E37-50255A58437B}" type="pres">
      <dgm:prSet presAssocID="{B497E652-F154-4D81-B3BC-7923BBD4C218}" presName="childText" presStyleLbl="revTx" presStyleIdx="0" presStyleCnt="3">
        <dgm:presLayoutVars>
          <dgm:bulletEnabled val="1"/>
        </dgm:presLayoutVars>
      </dgm:prSet>
      <dgm:spPr/>
    </dgm:pt>
    <dgm:pt modelId="{48C61835-0189-FE4B-88EC-28DB029A13A8}" type="pres">
      <dgm:prSet presAssocID="{5BA072AC-2320-47C4-B0E5-8F66F6B8A568}" presName="parentText" presStyleLbl="node1" presStyleIdx="2" presStyleCnt="6">
        <dgm:presLayoutVars>
          <dgm:chMax val="0"/>
          <dgm:bulletEnabled val="1"/>
        </dgm:presLayoutVars>
      </dgm:prSet>
      <dgm:spPr/>
    </dgm:pt>
    <dgm:pt modelId="{FBB94A4D-ECCA-D44A-8549-8F1E94D27149}" type="pres">
      <dgm:prSet presAssocID="{5BA072AC-2320-47C4-B0E5-8F66F6B8A568}" presName="childText" presStyleLbl="revTx" presStyleIdx="1" presStyleCnt="3">
        <dgm:presLayoutVars>
          <dgm:bulletEnabled val="1"/>
        </dgm:presLayoutVars>
      </dgm:prSet>
      <dgm:spPr/>
    </dgm:pt>
    <dgm:pt modelId="{56E1674C-8970-7948-BF70-2C1D7219F4C0}" type="pres">
      <dgm:prSet presAssocID="{BC8A07E6-2884-4C24-9E2B-3CCC93DB52DA}" presName="parentText" presStyleLbl="node1" presStyleIdx="3" presStyleCnt="6">
        <dgm:presLayoutVars>
          <dgm:chMax val="0"/>
          <dgm:bulletEnabled val="1"/>
        </dgm:presLayoutVars>
      </dgm:prSet>
      <dgm:spPr/>
    </dgm:pt>
    <dgm:pt modelId="{8A12B9FD-8377-7541-AEBD-E10F4AF64BE4}" type="pres">
      <dgm:prSet presAssocID="{BC8A07E6-2884-4C24-9E2B-3CCC93DB52DA}" presName="childText" presStyleLbl="revTx" presStyleIdx="2" presStyleCnt="3">
        <dgm:presLayoutVars>
          <dgm:bulletEnabled val="1"/>
        </dgm:presLayoutVars>
      </dgm:prSet>
      <dgm:spPr/>
    </dgm:pt>
    <dgm:pt modelId="{923C9858-786E-294D-B722-2CCD942064A5}" type="pres">
      <dgm:prSet presAssocID="{79EA6653-A877-4C88-9744-543CADA098D0}" presName="parentText" presStyleLbl="node1" presStyleIdx="4" presStyleCnt="6">
        <dgm:presLayoutVars>
          <dgm:chMax val="0"/>
          <dgm:bulletEnabled val="1"/>
        </dgm:presLayoutVars>
      </dgm:prSet>
      <dgm:spPr/>
    </dgm:pt>
    <dgm:pt modelId="{CD48976F-9A7E-E243-85F8-BBE0FBD3CF4D}" type="pres">
      <dgm:prSet presAssocID="{15891CCB-59F7-43A3-8EA8-4E39786DE45D}" presName="spacer" presStyleCnt="0"/>
      <dgm:spPr/>
    </dgm:pt>
    <dgm:pt modelId="{9E7E8253-7411-494F-8F39-75193C9BFA1F}" type="pres">
      <dgm:prSet presAssocID="{D4F41643-86E7-4AA6-A4DB-4EEE3DDF10FA}" presName="parentText" presStyleLbl="node1" presStyleIdx="5" presStyleCnt="6">
        <dgm:presLayoutVars>
          <dgm:chMax val="0"/>
          <dgm:bulletEnabled val="1"/>
        </dgm:presLayoutVars>
      </dgm:prSet>
      <dgm:spPr/>
    </dgm:pt>
  </dgm:ptLst>
  <dgm:cxnLst>
    <dgm:cxn modelId="{9A6D4727-235A-7649-AB62-C4B95FBE872D}" type="presOf" srcId="{D4F41643-86E7-4AA6-A4DB-4EEE3DDF10FA}" destId="{9E7E8253-7411-494F-8F39-75193C9BFA1F}" srcOrd="0" destOrd="0" presId="urn:microsoft.com/office/officeart/2005/8/layout/vList2"/>
    <dgm:cxn modelId="{6EA23B3E-66EC-1C42-B00C-80BCB3417E37}" type="presOf" srcId="{B497E652-F154-4D81-B3BC-7923BBD4C218}" destId="{A6D613BA-DFED-C249-8107-63642B219FEE}" srcOrd="0" destOrd="0" presId="urn:microsoft.com/office/officeart/2005/8/layout/vList2"/>
    <dgm:cxn modelId="{128F1D40-E65D-4C08-BD59-7883B51D0954}" srcId="{ADEFE444-2B4D-4FD3-B504-2D278D2BD5DD}" destId="{B497E652-F154-4D81-B3BC-7923BBD4C218}" srcOrd="1" destOrd="0" parTransId="{D921C978-FC8C-4F70-AED5-DE49BD532343}" sibTransId="{D7EBB996-1AC9-4708-A5FB-CF60D1443530}"/>
    <dgm:cxn modelId="{D809DD45-770C-D842-B452-1DF2ED430B28}" type="presOf" srcId="{41446D6D-3FC3-4102-BB24-E8C3160E63A0}" destId="{FBB94A4D-ECCA-D44A-8549-8F1E94D27149}" srcOrd="0" destOrd="2" presId="urn:microsoft.com/office/officeart/2005/8/layout/vList2"/>
    <dgm:cxn modelId="{9E739850-C41E-5147-9D09-EE3E1B085503}" type="presOf" srcId="{BC8A07E6-2884-4C24-9E2B-3CCC93DB52DA}" destId="{56E1674C-8970-7948-BF70-2C1D7219F4C0}" srcOrd="0" destOrd="0" presId="urn:microsoft.com/office/officeart/2005/8/layout/vList2"/>
    <dgm:cxn modelId="{6A884958-4D37-4B26-9FDA-4D49B038319E}" srcId="{B497E652-F154-4D81-B3BC-7923BBD4C218}" destId="{174907C3-475E-49D0-953B-F7FB8DE1BD36}" srcOrd="1" destOrd="0" parTransId="{7C3C7F73-55CB-40D8-858E-B701B455F55A}" sibTransId="{F7518214-E00C-4078-8C94-50E5899E5A6A}"/>
    <dgm:cxn modelId="{A6932862-0FE6-4F2E-8CE1-86DECF9A5CC1}" srcId="{ADEFE444-2B4D-4FD3-B504-2D278D2BD5DD}" destId="{BC8A07E6-2884-4C24-9E2B-3CCC93DB52DA}" srcOrd="3" destOrd="0" parTransId="{26C9F3B2-032B-46C6-8603-EC959FB1FE51}" sibTransId="{4714756E-DFB6-45A6-BBBF-A480B4FDE879}"/>
    <dgm:cxn modelId="{2E576562-12E8-2144-8DD7-84861279B690}" type="presOf" srcId="{5BA072AC-2320-47C4-B0E5-8F66F6B8A568}" destId="{48C61835-0189-FE4B-88EC-28DB029A13A8}" srcOrd="0" destOrd="0" presId="urn:microsoft.com/office/officeart/2005/8/layout/vList2"/>
    <dgm:cxn modelId="{552E0E8B-F6FF-4AF3-8490-61D40C3CB67A}" srcId="{BC8A07E6-2884-4C24-9E2B-3CCC93DB52DA}" destId="{988E638A-80A3-402D-AF49-9EFB36054A52}" srcOrd="0" destOrd="0" parTransId="{E5576FD1-1372-49BD-BBA6-45109C77FDF6}" sibTransId="{4B94FAFA-08BE-4706-8E15-95D38552D0A0}"/>
    <dgm:cxn modelId="{2F67FB9C-7213-2949-99F5-DEB234DE0D44}" type="presOf" srcId="{8F0035AB-AEB3-49B6-AAF2-EB7B568D48C9}" destId="{FBB94A4D-ECCA-D44A-8549-8F1E94D27149}" srcOrd="0" destOrd="0" presId="urn:microsoft.com/office/officeart/2005/8/layout/vList2"/>
    <dgm:cxn modelId="{A1883C9F-C939-2141-8E8A-937844768560}" type="presOf" srcId="{ADEFE444-2B4D-4FD3-B504-2D278D2BD5DD}" destId="{AA0739FF-14DA-F949-B2B5-BC53F6DEE75E}" srcOrd="0" destOrd="0" presId="urn:microsoft.com/office/officeart/2005/8/layout/vList2"/>
    <dgm:cxn modelId="{0A1E21A8-AB32-4205-B995-2E9E83D1760F}" srcId="{5BA072AC-2320-47C4-B0E5-8F66F6B8A568}" destId="{EA7DF34B-3D2A-498C-B9CD-8CF5940DB8BB}" srcOrd="1" destOrd="0" parTransId="{8513AAB9-2023-48EE-B05A-DF624D851120}" sibTransId="{5BBF7AC4-7D34-4364-9D6D-94859CAEB988}"/>
    <dgm:cxn modelId="{DAB94DAC-1B37-4D7C-AFAE-C713C376E26E}" srcId="{5BA072AC-2320-47C4-B0E5-8F66F6B8A568}" destId="{41446D6D-3FC3-4102-BB24-E8C3160E63A0}" srcOrd="2" destOrd="0" parTransId="{AB9336C4-D573-410F-ABBE-80C3CAB1C858}" sibTransId="{915F4E26-8908-4F59-927A-2F0C8775CA24}"/>
    <dgm:cxn modelId="{EAEFC2B7-FA96-E84E-86FB-BF188BDFD6D8}" type="presOf" srcId="{F8A41156-79FF-4FF7-B440-CB09C1207B10}" destId="{3F0D5117-9E48-A648-8E37-50255A58437B}" srcOrd="0" destOrd="0" presId="urn:microsoft.com/office/officeart/2005/8/layout/vList2"/>
    <dgm:cxn modelId="{D74D44BB-61BF-BD4C-BC22-73DA135A5856}" type="presOf" srcId="{EA7DF34B-3D2A-498C-B9CD-8CF5940DB8BB}" destId="{FBB94A4D-ECCA-D44A-8549-8F1E94D27149}" srcOrd="0" destOrd="1" presId="urn:microsoft.com/office/officeart/2005/8/layout/vList2"/>
    <dgm:cxn modelId="{334E00C2-4696-4948-BBB4-30601D269DB4}" type="presOf" srcId="{79EA6653-A877-4C88-9744-543CADA098D0}" destId="{923C9858-786E-294D-B722-2CCD942064A5}" srcOrd="0" destOrd="0" presId="urn:microsoft.com/office/officeart/2005/8/layout/vList2"/>
    <dgm:cxn modelId="{7C6F36CA-0708-4A89-B723-3F724E06E571}" srcId="{5BA072AC-2320-47C4-B0E5-8F66F6B8A568}" destId="{8F0035AB-AEB3-49B6-AAF2-EB7B568D48C9}" srcOrd="0" destOrd="0" parTransId="{4E7872AF-683E-41AB-B45B-E7B131E52841}" sibTransId="{9317FB41-56A2-4A27-9130-CEB9904101ED}"/>
    <dgm:cxn modelId="{19D374D1-00AA-426B-A89F-C75614F898B8}" srcId="{ADEFE444-2B4D-4FD3-B504-2D278D2BD5DD}" destId="{79EA6653-A877-4C88-9744-543CADA098D0}" srcOrd="4" destOrd="0" parTransId="{F00CA819-018F-455C-9ED2-47F42108D5E3}" sibTransId="{15891CCB-59F7-43A3-8EA8-4E39786DE45D}"/>
    <dgm:cxn modelId="{A6BD0AD2-0518-4FBC-AC9E-598F20BD6E90}" srcId="{B497E652-F154-4D81-B3BC-7923BBD4C218}" destId="{F8A41156-79FF-4FF7-B440-CB09C1207B10}" srcOrd="0" destOrd="0" parTransId="{8E729D3B-C903-41E3-83A7-B8B933ECAF87}" sibTransId="{9448E8F6-E71C-4CEA-A585-BE6858DDBBD5}"/>
    <dgm:cxn modelId="{2D3197DE-2785-4FE2-BEFE-F41BF729088F}" srcId="{ADEFE444-2B4D-4FD3-B504-2D278D2BD5DD}" destId="{D4F41643-86E7-4AA6-A4DB-4EEE3DDF10FA}" srcOrd="5" destOrd="0" parTransId="{24A4A422-DB73-4382-A1A2-1695E77B2C5D}" sibTransId="{35EA2575-0F32-4955-AB1B-E31F48D18024}"/>
    <dgm:cxn modelId="{483CA8E7-78DD-3A43-B485-442E280F7F33}" type="presOf" srcId="{988E638A-80A3-402D-AF49-9EFB36054A52}" destId="{8A12B9FD-8377-7541-AEBD-E10F4AF64BE4}" srcOrd="0" destOrd="0" presId="urn:microsoft.com/office/officeart/2005/8/layout/vList2"/>
    <dgm:cxn modelId="{D42051F9-58BD-498D-A71D-03A5B8B5192A}" srcId="{ADEFE444-2B4D-4FD3-B504-2D278D2BD5DD}" destId="{B0B9BE58-CFD9-4CAC-BBD1-3137E249C2FB}" srcOrd="0" destOrd="0" parTransId="{F0DE1729-14D5-48BE-A739-D496FD16A4CE}" sibTransId="{94CF2410-AF4F-468D-BD5B-55DF85ED4717}"/>
    <dgm:cxn modelId="{742280F9-854F-4B48-8C47-2DD01518E005}" srcId="{ADEFE444-2B4D-4FD3-B504-2D278D2BD5DD}" destId="{5BA072AC-2320-47C4-B0E5-8F66F6B8A568}" srcOrd="2" destOrd="0" parTransId="{A613FC9B-FF9D-4034-9312-55D759835421}" sibTransId="{BE394967-46DE-4D9C-A800-C1021E191440}"/>
    <dgm:cxn modelId="{1BCE8CF9-8FD4-0645-8101-0395D9AD74BD}" type="presOf" srcId="{B0B9BE58-CFD9-4CAC-BBD1-3137E249C2FB}" destId="{E4D30EB2-F058-D849-8021-E62C71BF1300}" srcOrd="0" destOrd="0" presId="urn:microsoft.com/office/officeart/2005/8/layout/vList2"/>
    <dgm:cxn modelId="{F9D728FB-E669-234C-B5AB-AAE1E8F9F886}" type="presOf" srcId="{174907C3-475E-49D0-953B-F7FB8DE1BD36}" destId="{3F0D5117-9E48-A648-8E37-50255A58437B}" srcOrd="0" destOrd="1" presId="urn:microsoft.com/office/officeart/2005/8/layout/vList2"/>
    <dgm:cxn modelId="{66755A6C-5D61-CF43-B1F8-22CC1F059F74}" type="presParOf" srcId="{AA0739FF-14DA-F949-B2B5-BC53F6DEE75E}" destId="{E4D30EB2-F058-D849-8021-E62C71BF1300}" srcOrd="0" destOrd="0" presId="urn:microsoft.com/office/officeart/2005/8/layout/vList2"/>
    <dgm:cxn modelId="{1C4F1F55-680A-3E49-8D73-8C1932133835}" type="presParOf" srcId="{AA0739FF-14DA-F949-B2B5-BC53F6DEE75E}" destId="{F9E02946-69AE-5043-83E7-1D6E7ACD3BF2}" srcOrd="1" destOrd="0" presId="urn:microsoft.com/office/officeart/2005/8/layout/vList2"/>
    <dgm:cxn modelId="{C9082A4D-9012-564D-8F91-98683439BB1C}" type="presParOf" srcId="{AA0739FF-14DA-F949-B2B5-BC53F6DEE75E}" destId="{A6D613BA-DFED-C249-8107-63642B219FEE}" srcOrd="2" destOrd="0" presId="urn:microsoft.com/office/officeart/2005/8/layout/vList2"/>
    <dgm:cxn modelId="{9A043187-F831-8B4D-94D3-F2A90FB3F1F4}" type="presParOf" srcId="{AA0739FF-14DA-F949-B2B5-BC53F6DEE75E}" destId="{3F0D5117-9E48-A648-8E37-50255A58437B}" srcOrd="3" destOrd="0" presId="urn:microsoft.com/office/officeart/2005/8/layout/vList2"/>
    <dgm:cxn modelId="{325AB259-B30D-794B-AE43-CEAB89A10F35}" type="presParOf" srcId="{AA0739FF-14DA-F949-B2B5-BC53F6DEE75E}" destId="{48C61835-0189-FE4B-88EC-28DB029A13A8}" srcOrd="4" destOrd="0" presId="urn:microsoft.com/office/officeart/2005/8/layout/vList2"/>
    <dgm:cxn modelId="{0497C249-E9D1-3A49-B1A5-E0679DFA3F6A}" type="presParOf" srcId="{AA0739FF-14DA-F949-B2B5-BC53F6DEE75E}" destId="{FBB94A4D-ECCA-D44A-8549-8F1E94D27149}" srcOrd="5" destOrd="0" presId="urn:microsoft.com/office/officeart/2005/8/layout/vList2"/>
    <dgm:cxn modelId="{37FE52AB-F804-B040-934D-6803861C09A7}" type="presParOf" srcId="{AA0739FF-14DA-F949-B2B5-BC53F6DEE75E}" destId="{56E1674C-8970-7948-BF70-2C1D7219F4C0}" srcOrd="6" destOrd="0" presId="urn:microsoft.com/office/officeart/2005/8/layout/vList2"/>
    <dgm:cxn modelId="{9A46B670-3C70-3A46-A4A8-D560A06399AE}" type="presParOf" srcId="{AA0739FF-14DA-F949-B2B5-BC53F6DEE75E}" destId="{8A12B9FD-8377-7541-AEBD-E10F4AF64BE4}" srcOrd="7" destOrd="0" presId="urn:microsoft.com/office/officeart/2005/8/layout/vList2"/>
    <dgm:cxn modelId="{0EBB408C-0860-674D-9AB9-F4CFA1AD929A}" type="presParOf" srcId="{AA0739FF-14DA-F949-B2B5-BC53F6DEE75E}" destId="{923C9858-786E-294D-B722-2CCD942064A5}" srcOrd="8" destOrd="0" presId="urn:microsoft.com/office/officeart/2005/8/layout/vList2"/>
    <dgm:cxn modelId="{CB74651B-6DA9-CC41-A94F-711D9F02C08D}" type="presParOf" srcId="{AA0739FF-14DA-F949-B2B5-BC53F6DEE75E}" destId="{CD48976F-9A7E-E243-85F8-BBE0FBD3CF4D}" srcOrd="9" destOrd="0" presId="urn:microsoft.com/office/officeart/2005/8/layout/vList2"/>
    <dgm:cxn modelId="{B74B5E67-BE92-CE48-8C5A-6DD2CFDA8228}" type="presParOf" srcId="{AA0739FF-14DA-F949-B2B5-BC53F6DEE75E}" destId="{9E7E8253-7411-494F-8F39-75193C9BFA1F}"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D6892-AE7B-4E43-BE72-2E62BC404FB5}">
      <dsp:nvSpPr>
        <dsp:cNvPr id="0" name=""/>
        <dsp:cNvSpPr/>
      </dsp:nvSpPr>
      <dsp:spPr>
        <a:xfrm>
          <a:off x="0" y="2175669"/>
          <a:ext cx="10515600"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CEADA122-3E65-7545-A3E0-1F02D9119428}">
      <dsp:nvSpPr>
        <dsp:cNvPr id="0" name=""/>
        <dsp:cNvSpPr/>
      </dsp:nvSpPr>
      <dsp:spPr>
        <a:xfrm rot="8100000">
          <a:off x="76281" y="501406"/>
          <a:ext cx="319993" cy="319993"/>
        </a:xfrm>
        <a:prstGeom prst="teardrop">
          <a:avLst>
            <a:gd name="adj" fmla="val 115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3DB2D9-204A-754F-91EC-1F7F093FF397}">
      <dsp:nvSpPr>
        <dsp:cNvPr id="0" name=""/>
        <dsp:cNvSpPr/>
      </dsp:nvSpPr>
      <dsp:spPr>
        <a:xfrm>
          <a:off x="111830" y="536955"/>
          <a:ext cx="248896" cy="248896"/>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2129FAEA-0724-1B40-9823-0C85835277DC}">
      <dsp:nvSpPr>
        <dsp:cNvPr id="0" name=""/>
        <dsp:cNvSpPr/>
      </dsp:nvSpPr>
      <dsp:spPr>
        <a:xfrm>
          <a:off x="462548" y="887672"/>
          <a:ext cx="4364117"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Introduction, Prompt Engineering</a:t>
          </a:r>
        </a:p>
      </dsp:txBody>
      <dsp:txXfrm>
        <a:off x="462548" y="887672"/>
        <a:ext cx="4364117" cy="1287996"/>
      </dsp:txXfrm>
    </dsp:sp>
    <dsp:sp modelId="{5C14A49B-366C-4649-B475-FC1C3BE773A3}">
      <dsp:nvSpPr>
        <dsp:cNvPr id="0" name=""/>
        <dsp:cNvSpPr/>
      </dsp:nvSpPr>
      <dsp:spPr>
        <a:xfrm>
          <a:off x="462548" y="435133"/>
          <a:ext cx="4364117"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15 Oct.</a:t>
          </a:r>
        </a:p>
      </dsp:txBody>
      <dsp:txXfrm>
        <a:off x="462548" y="435133"/>
        <a:ext cx="4364117" cy="452539"/>
      </dsp:txXfrm>
    </dsp:sp>
    <dsp:sp modelId="{CF542369-E554-8246-B11E-E21B69FAE763}">
      <dsp:nvSpPr>
        <dsp:cNvPr id="0" name=""/>
        <dsp:cNvSpPr/>
      </dsp:nvSpPr>
      <dsp:spPr>
        <a:xfrm>
          <a:off x="236278" y="887672"/>
          <a:ext cx="0" cy="1287996"/>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3E87340-3E19-CE44-8FBB-D0352BEB545B}">
      <dsp:nvSpPr>
        <dsp:cNvPr id="0" name=""/>
        <dsp:cNvSpPr/>
      </dsp:nvSpPr>
      <dsp:spPr>
        <a:xfrm>
          <a:off x="194677" y="2134940"/>
          <a:ext cx="81457" cy="81457"/>
        </a:xfrm>
        <a:prstGeom prst="ellipse">
          <a:avLst/>
        </a:prstGeom>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D543DE-49F2-AE4B-9505-AD0AE9489647}">
      <dsp:nvSpPr>
        <dsp:cNvPr id="0" name=""/>
        <dsp:cNvSpPr/>
      </dsp:nvSpPr>
      <dsp:spPr>
        <a:xfrm rot="18900000">
          <a:off x="2695086" y="3529937"/>
          <a:ext cx="319993" cy="319993"/>
        </a:xfrm>
        <a:prstGeom prst="teardrop">
          <a:avLst>
            <a:gd name="adj" fmla="val 115000"/>
          </a:avLst>
        </a:prstGeom>
        <a:solidFill>
          <a:schemeClr val="accent2">
            <a:hueOff val="3221806"/>
            <a:satOff val="-9246"/>
            <a:lumOff val="-14805"/>
            <a:alphaOff val="0"/>
          </a:schemeClr>
        </a:solidFill>
        <a:ln w="19050" cap="flat" cmpd="sng" algn="ctr">
          <a:solidFill>
            <a:schemeClr val="accent2">
              <a:hueOff val="3221806"/>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C7B837-1045-E74B-9EAB-F8CF3D726D2A}">
      <dsp:nvSpPr>
        <dsp:cNvPr id="0" name=""/>
        <dsp:cNvSpPr/>
      </dsp:nvSpPr>
      <dsp:spPr>
        <a:xfrm>
          <a:off x="2730634" y="3565486"/>
          <a:ext cx="248896" cy="248896"/>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0ED8FA0B-9048-4140-A617-ED2A9F433FE3}">
      <dsp:nvSpPr>
        <dsp:cNvPr id="0" name=""/>
        <dsp:cNvSpPr/>
      </dsp:nvSpPr>
      <dsp:spPr>
        <a:xfrm>
          <a:off x="3081352" y="2175669"/>
          <a:ext cx="4364117"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t>LLMs for Scientific Discovery, Reasoning Models</a:t>
          </a:r>
        </a:p>
      </dsp:txBody>
      <dsp:txXfrm>
        <a:off x="3081352" y="2175669"/>
        <a:ext cx="4364117" cy="1287996"/>
      </dsp:txXfrm>
    </dsp:sp>
    <dsp:sp modelId="{1B55CB9B-FF0A-754F-8EC2-582EA88EFDD3}">
      <dsp:nvSpPr>
        <dsp:cNvPr id="0" name=""/>
        <dsp:cNvSpPr/>
      </dsp:nvSpPr>
      <dsp:spPr>
        <a:xfrm>
          <a:off x="3081352" y="3463665"/>
          <a:ext cx="4364117"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22 Oct.</a:t>
          </a:r>
        </a:p>
      </dsp:txBody>
      <dsp:txXfrm>
        <a:off x="3081352" y="3463665"/>
        <a:ext cx="4364117" cy="452539"/>
      </dsp:txXfrm>
    </dsp:sp>
    <dsp:sp modelId="{96FDB1F9-74A8-E241-BABC-7B321958117B}">
      <dsp:nvSpPr>
        <dsp:cNvPr id="0" name=""/>
        <dsp:cNvSpPr/>
      </dsp:nvSpPr>
      <dsp:spPr>
        <a:xfrm>
          <a:off x="2855082" y="2175669"/>
          <a:ext cx="0" cy="1287996"/>
        </a:xfrm>
        <a:prstGeom prst="line">
          <a:avLst/>
        </a:prstGeom>
        <a:noFill/>
        <a:ln w="12700" cap="flat" cmpd="sng" algn="ctr">
          <a:solidFill>
            <a:schemeClr val="accent2">
              <a:hueOff val="3221806"/>
              <a:satOff val="-9246"/>
              <a:lumOff val="-14805"/>
              <a:alphaOff val="0"/>
            </a:schemeClr>
          </a:solidFill>
          <a:prstDash val="dash"/>
          <a:miter lim="800000"/>
        </a:ln>
        <a:effectLst/>
      </dsp:spPr>
      <dsp:style>
        <a:lnRef idx="1">
          <a:scrgbClr r="0" g="0" b="0"/>
        </a:lnRef>
        <a:fillRef idx="0">
          <a:scrgbClr r="0" g="0" b="0"/>
        </a:fillRef>
        <a:effectRef idx="0">
          <a:scrgbClr r="0" g="0" b="0"/>
        </a:effectRef>
        <a:fontRef idx="minor"/>
      </dsp:style>
    </dsp:sp>
    <dsp:sp modelId="{F22E6FC0-3A3F-DC4D-9F59-FC7C22E8E2A4}">
      <dsp:nvSpPr>
        <dsp:cNvPr id="0" name=""/>
        <dsp:cNvSpPr/>
      </dsp:nvSpPr>
      <dsp:spPr>
        <a:xfrm>
          <a:off x="2813481" y="2134940"/>
          <a:ext cx="81457" cy="81457"/>
        </a:xfrm>
        <a:prstGeom prst="ellipse">
          <a:avLst/>
        </a:prstGeom>
        <a:solidFill>
          <a:schemeClr val="accent2">
            <a:hueOff val="3221806"/>
            <a:satOff val="-9246"/>
            <a:lumOff val="-14805"/>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D634F6-5797-3C47-987F-747199FA1A47}">
      <dsp:nvSpPr>
        <dsp:cNvPr id="0" name=""/>
        <dsp:cNvSpPr/>
      </dsp:nvSpPr>
      <dsp:spPr>
        <a:xfrm rot="8100000">
          <a:off x="5313890" y="501406"/>
          <a:ext cx="319993" cy="319993"/>
        </a:xfrm>
        <a:prstGeom prst="teardrop">
          <a:avLst>
            <a:gd name="adj" fmla="val 115000"/>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6DFC2F-7D25-5F4F-9751-2B20950B7803}">
      <dsp:nvSpPr>
        <dsp:cNvPr id="0" name=""/>
        <dsp:cNvSpPr/>
      </dsp:nvSpPr>
      <dsp:spPr>
        <a:xfrm>
          <a:off x="5349438" y="536955"/>
          <a:ext cx="248896" cy="248896"/>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50C97EBE-EF0E-C94C-BB35-9F2E5080DC84}">
      <dsp:nvSpPr>
        <dsp:cNvPr id="0" name=""/>
        <dsp:cNvSpPr/>
      </dsp:nvSpPr>
      <dsp:spPr>
        <a:xfrm>
          <a:off x="5700156" y="887672"/>
          <a:ext cx="4364117"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LLMs for Qualitative Research</a:t>
          </a:r>
        </a:p>
      </dsp:txBody>
      <dsp:txXfrm>
        <a:off x="5700156" y="887672"/>
        <a:ext cx="4364117" cy="1287996"/>
      </dsp:txXfrm>
    </dsp:sp>
    <dsp:sp modelId="{E53DA49A-8BBD-BC45-A18F-DFF7267FCE3F}">
      <dsp:nvSpPr>
        <dsp:cNvPr id="0" name=""/>
        <dsp:cNvSpPr/>
      </dsp:nvSpPr>
      <dsp:spPr>
        <a:xfrm>
          <a:off x="5700156" y="435133"/>
          <a:ext cx="4364117"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12 Nov.</a:t>
          </a:r>
        </a:p>
      </dsp:txBody>
      <dsp:txXfrm>
        <a:off x="5700156" y="435133"/>
        <a:ext cx="4364117" cy="452539"/>
      </dsp:txXfrm>
    </dsp:sp>
    <dsp:sp modelId="{1E049384-EE04-4049-B2FB-F5043752C467}">
      <dsp:nvSpPr>
        <dsp:cNvPr id="0" name=""/>
        <dsp:cNvSpPr/>
      </dsp:nvSpPr>
      <dsp:spPr>
        <a:xfrm>
          <a:off x="5473887" y="887672"/>
          <a:ext cx="0" cy="1287996"/>
        </a:xfrm>
        <a:prstGeom prst="line">
          <a:avLst/>
        </a:prstGeom>
        <a:noFill/>
        <a:ln w="12700" cap="flat" cmpd="sng" algn="ctr">
          <a:solidFill>
            <a:schemeClr val="accent2">
              <a:hueOff val="6443612"/>
              <a:satOff val="-18493"/>
              <a:lumOff val="-29609"/>
              <a:alphaOff val="0"/>
            </a:schemeClr>
          </a:solidFill>
          <a:prstDash val="dash"/>
          <a:miter lim="800000"/>
        </a:ln>
        <a:effectLst/>
      </dsp:spPr>
      <dsp:style>
        <a:lnRef idx="1">
          <a:scrgbClr r="0" g="0" b="0"/>
        </a:lnRef>
        <a:fillRef idx="0">
          <a:scrgbClr r="0" g="0" b="0"/>
        </a:fillRef>
        <a:effectRef idx="0">
          <a:scrgbClr r="0" g="0" b="0"/>
        </a:effectRef>
        <a:fontRef idx="minor"/>
      </dsp:style>
    </dsp:sp>
    <dsp:sp modelId="{AA4E508B-597B-6E47-883C-907D859C2FBD}">
      <dsp:nvSpPr>
        <dsp:cNvPr id="0" name=""/>
        <dsp:cNvSpPr/>
      </dsp:nvSpPr>
      <dsp:spPr>
        <a:xfrm>
          <a:off x="5432285" y="2134940"/>
          <a:ext cx="81457" cy="81457"/>
        </a:xfrm>
        <a:prstGeom prst="ellipse">
          <a:avLst/>
        </a:prstGeom>
        <a:solidFill>
          <a:schemeClr val="accent2">
            <a:hueOff val="6443612"/>
            <a:satOff val="-18493"/>
            <a:lumOff val="-2960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AB84D-D222-3341-96C2-DD3B515F41ED}">
      <dsp:nvSpPr>
        <dsp:cNvPr id="0" name=""/>
        <dsp:cNvSpPr/>
      </dsp:nvSpPr>
      <dsp:spPr>
        <a:xfrm>
          <a:off x="0" y="0"/>
          <a:ext cx="103353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A4A654-A4A3-744F-926A-C751C10FBF5B}">
      <dsp:nvSpPr>
        <dsp:cNvPr id="0" name=""/>
        <dsp:cNvSpPr/>
      </dsp:nvSpPr>
      <dsp:spPr>
        <a:xfrm>
          <a:off x="0" y="0"/>
          <a:ext cx="10335350" cy="1016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Understanding Reasoning Models</a:t>
          </a:r>
        </a:p>
      </dsp:txBody>
      <dsp:txXfrm>
        <a:off x="0" y="0"/>
        <a:ext cx="10335350" cy="1016607"/>
      </dsp:txXfrm>
    </dsp:sp>
    <dsp:sp modelId="{493E7AAC-E699-844E-8F2F-CB172B3DEFFD}">
      <dsp:nvSpPr>
        <dsp:cNvPr id="0" name=""/>
        <dsp:cNvSpPr/>
      </dsp:nvSpPr>
      <dsp:spPr>
        <a:xfrm>
          <a:off x="0" y="1016607"/>
          <a:ext cx="103353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8DD69D-AFDF-2144-915E-9495E1D1B1B3}">
      <dsp:nvSpPr>
        <dsp:cNvPr id="0" name=""/>
        <dsp:cNvSpPr/>
      </dsp:nvSpPr>
      <dsp:spPr>
        <a:xfrm>
          <a:off x="0" y="1016607"/>
          <a:ext cx="10335350" cy="1016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Reasoning Models in LLM development steps </a:t>
          </a:r>
        </a:p>
      </dsp:txBody>
      <dsp:txXfrm>
        <a:off x="0" y="1016607"/>
        <a:ext cx="10335350" cy="1016607"/>
      </dsp:txXfrm>
    </dsp:sp>
    <dsp:sp modelId="{5D4F1824-4265-E146-93AA-E18C9726156C}">
      <dsp:nvSpPr>
        <dsp:cNvPr id="0" name=""/>
        <dsp:cNvSpPr/>
      </dsp:nvSpPr>
      <dsp:spPr>
        <a:xfrm>
          <a:off x="0" y="2033215"/>
          <a:ext cx="103353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9D6A2A-5681-894D-8F0C-19CCF7FD80AD}">
      <dsp:nvSpPr>
        <dsp:cNvPr id="0" name=""/>
        <dsp:cNvSpPr/>
      </dsp:nvSpPr>
      <dsp:spPr>
        <a:xfrm>
          <a:off x="0" y="2033215"/>
          <a:ext cx="10335350" cy="1016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How to Build Reasoning Models</a:t>
          </a:r>
        </a:p>
      </dsp:txBody>
      <dsp:txXfrm>
        <a:off x="0" y="2033215"/>
        <a:ext cx="10335350" cy="1016607"/>
      </dsp:txXfrm>
    </dsp:sp>
    <dsp:sp modelId="{A629E69A-920F-284C-9B3A-324EB9EB4A4D}">
      <dsp:nvSpPr>
        <dsp:cNvPr id="0" name=""/>
        <dsp:cNvSpPr/>
      </dsp:nvSpPr>
      <dsp:spPr>
        <a:xfrm>
          <a:off x="0" y="3049823"/>
          <a:ext cx="103353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939924-C54D-854A-AB4C-A0BC17ABFF1B}">
      <dsp:nvSpPr>
        <dsp:cNvPr id="0" name=""/>
        <dsp:cNvSpPr/>
      </dsp:nvSpPr>
      <dsp:spPr>
        <a:xfrm>
          <a:off x="0" y="3049823"/>
          <a:ext cx="10335350" cy="1016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Use Cases of Reasoning Models</a:t>
          </a:r>
        </a:p>
      </dsp:txBody>
      <dsp:txXfrm>
        <a:off x="0" y="3049823"/>
        <a:ext cx="10335350" cy="10166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0E22-EE1F-3E47-8127-EAC7D4B7D4AD}">
      <dsp:nvSpPr>
        <dsp:cNvPr id="0" name=""/>
        <dsp:cNvSpPr/>
      </dsp:nvSpPr>
      <dsp:spPr>
        <a:xfrm>
          <a:off x="4217024" y="2075180"/>
          <a:ext cx="939275" cy="91440"/>
        </a:xfrm>
        <a:custGeom>
          <a:avLst/>
          <a:gdLst/>
          <a:ahLst/>
          <a:cxnLst/>
          <a:rect l="0" t="0" r="0" b="0"/>
          <a:pathLst>
            <a:path>
              <a:moveTo>
                <a:pt x="0" y="45720"/>
              </a:moveTo>
              <a:lnTo>
                <a:pt x="93927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62415" y="2116050"/>
        <a:ext cx="48493" cy="9698"/>
      </dsp:txXfrm>
    </dsp:sp>
    <dsp:sp modelId="{311676FC-F512-8649-8452-DF444CA36CC4}">
      <dsp:nvSpPr>
        <dsp:cNvPr id="0" name=""/>
        <dsp:cNvSpPr/>
      </dsp:nvSpPr>
      <dsp:spPr>
        <a:xfrm>
          <a:off x="1975" y="855845"/>
          <a:ext cx="4216849" cy="253010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629" tIns="216894" rIns="206629" bIns="216894" numCol="1" spcCol="1270" anchor="ctr" anchorCtr="0">
          <a:noAutofit/>
        </a:bodyPr>
        <a:lstStyle/>
        <a:p>
          <a:pPr marL="0" lvl="0" indent="0" algn="ctr" defTabSz="800100">
            <a:lnSpc>
              <a:spcPct val="90000"/>
            </a:lnSpc>
            <a:spcBef>
              <a:spcPct val="0"/>
            </a:spcBef>
            <a:spcAft>
              <a:spcPct val="35000"/>
            </a:spcAft>
            <a:buNone/>
          </a:pPr>
          <a:r>
            <a:rPr lang="en-US" sz="1800" b="1" kern="1200" dirty="0"/>
            <a:t>User:</a:t>
          </a:r>
          <a:r>
            <a:rPr lang="en-US" sz="1800" kern="1200" dirty="0"/>
            <a:t> Explain why sky is blue.</a:t>
          </a:r>
        </a:p>
      </dsp:txBody>
      <dsp:txXfrm>
        <a:off x="1975" y="855845"/>
        <a:ext cx="4216849" cy="2530109"/>
      </dsp:txXfrm>
    </dsp:sp>
    <dsp:sp modelId="{9225CF5F-C141-324C-A0AE-A0C12842DD57}">
      <dsp:nvSpPr>
        <dsp:cNvPr id="0" name=""/>
        <dsp:cNvSpPr/>
      </dsp:nvSpPr>
      <dsp:spPr>
        <a:xfrm>
          <a:off x="5188700" y="855845"/>
          <a:ext cx="4216849" cy="253010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629" tIns="216894" rIns="206629" bIns="216894" numCol="1" spcCol="1270" anchor="ctr" anchorCtr="0">
          <a:noAutofit/>
        </a:bodyPr>
        <a:lstStyle/>
        <a:p>
          <a:pPr marL="0" lvl="0" indent="0" algn="ctr" defTabSz="800100">
            <a:lnSpc>
              <a:spcPct val="90000"/>
            </a:lnSpc>
            <a:spcBef>
              <a:spcPct val="0"/>
            </a:spcBef>
            <a:spcAft>
              <a:spcPct val="35000"/>
            </a:spcAft>
            <a:buNone/>
          </a:pPr>
          <a:r>
            <a:rPr lang="en-US" sz="1800" b="1" kern="1200"/>
            <a:t>Assistant:</a:t>
          </a:r>
          <a:r>
            <a:rPr lang="en-US" sz="1800" kern="1200"/>
            <a:t> The sky appears blue because molecules in the atmosphere scatter sunlight, and shorter wavelengths like blue are scattered more than longer wavelengths such as red. This scattering causes us to see the sky as blue during the day.</a:t>
          </a:r>
        </a:p>
      </dsp:txBody>
      <dsp:txXfrm>
        <a:off x="5188700" y="855845"/>
        <a:ext cx="4216849" cy="25301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AA711-B871-2F40-8501-D34A8F319956}">
      <dsp:nvSpPr>
        <dsp:cNvPr id="0" name=""/>
        <dsp:cNvSpPr/>
      </dsp:nvSpPr>
      <dsp:spPr>
        <a:xfrm>
          <a:off x="2708" y="829662"/>
          <a:ext cx="4304126" cy="258247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933450">
            <a:lnSpc>
              <a:spcPct val="90000"/>
            </a:lnSpc>
            <a:spcBef>
              <a:spcPct val="0"/>
            </a:spcBef>
            <a:spcAft>
              <a:spcPct val="35000"/>
            </a:spcAft>
            <a:buNone/>
          </a:pPr>
          <a:r>
            <a:rPr lang="en-US" sz="2100" b="1" kern="1200" dirty="0"/>
            <a:t>User:</a:t>
          </a:r>
          <a:r>
            <a:rPr lang="en-US" sz="2100" kern="1200" dirty="0"/>
            <a:t> Summarize following paragraph:</a:t>
          </a:r>
          <a:br>
            <a:rPr lang="en-US" sz="2100" kern="1200" dirty="0"/>
          </a:br>
          <a:r>
            <a:rPr lang="en-US" sz="2100" kern="1200" dirty="0"/>
            <a:t>“Artificial intelligence is transforming education by personalizing learning, providing instant feedback, and automating administrative tasks.”</a:t>
          </a:r>
        </a:p>
      </dsp:txBody>
      <dsp:txXfrm>
        <a:off x="2708" y="829662"/>
        <a:ext cx="4304126" cy="2582475"/>
      </dsp:txXfrm>
    </dsp:sp>
    <dsp:sp modelId="{2C811C89-301A-F141-A530-D248912FDE70}">
      <dsp:nvSpPr>
        <dsp:cNvPr id="0" name=""/>
        <dsp:cNvSpPr/>
      </dsp:nvSpPr>
      <dsp:spPr>
        <a:xfrm>
          <a:off x="4380953" y="1999400"/>
          <a:ext cx="645618" cy="243000"/>
        </a:xfrm>
        <a:prstGeom prst="rightArrow">
          <a:avLst>
            <a:gd name="adj1" fmla="val 50000"/>
            <a:gd name="adj2" fmla="val 5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11B576-306F-8848-B87B-F5E547BF6F6B}">
      <dsp:nvSpPr>
        <dsp:cNvPr id="0" name=""/>
        <dsp:cNvSpPr/>
      </dsp:nvSpPr>
      <dsp:spPr>
        <a:xfrm>
          <a:off x="5100690" y="829662"/>
          <a:ext cx="4304126" cy="258247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933450">
            <a:lnSpc>
              <a:spcPct val="90000"/>
            </a:lnSpc>
            <a:spcBef>
              <a:spcPct val="0"/>
            </a:spcBef>
            <a:spcAft>
              <a:spcPct val="35000"/>
            </a:spcAft>
            <a:buNone/>
          </a:pPr>
          <a:r>
            <a:rPr lang="en-US" sz="2100" b="1" kern="1200" dirty="0"/>
            <a:t>Assistant:</a:t>
          </a:r>
          <a:r>
            <a:rPr lang="en-US" sz="2100" kern="1200" dirty="0"/>
            <a:t> AI improves education by tailoring lessons to students, giving immediate feedback, and reducing teachers’ administrative workload.</a:t>
          </a:r>
        </a:p>
      </dsp:txBody>
      <dsp:txXfrm>
        <a:off x="5100690" y="829662"/>
        <a:ext cx="4304126" cy="25824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BD8E87-E963-1A40-8CEE-9FEC5900A260}">
      <dsp:nvSpPr>
        <dsp:cNvPr id="0" name=""/>
        <dsp:cNvSpPr/>
      </dsp:nvSpPr>
      <dsp:spPr>
        <a:xfrm>
          <a:off x="1735" y="242151"/>
          <a:ext cx="3757497" cy="3757497"/>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a:t>User:</a:t>
          </a:r>
          <a:r>
            <a:rPr lang="en-US" sz="2300" kern="1200"/>
            <a:t> Write a short poem about fall leaves.</a:t>
          </a:r>
        </a:p>
      </dsp:txBody>
      <dsp:txXfrm>
        <a:off x="552008" y="792424"/>
        <a:ext cx="2656951" cy="2656951"/>
      </dsp:txXfrm>
    </dsp:sp>
    <dsp:sp modelId="{0FB4A8DD-C8BC-6C4A-8BA5-3A8705B6DB03}">
      <dsp:nvSpPr>
        <dsp:cNvPr id="0" name=""/>
        <dsp:cNvSpPr/>
      </dsp:nvSpPr>
      <dsp:spPr>
        <a:xfrm>
          <a:off x="3466363" y="-288888"/>
          <a:ext cx="2342220" cy="1268155"/>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3466363" y="-35257"/>
        <a:ext cx="1961774" cy="760893"/>
      </dsp:txXfrm>
    </dsp:sp>
    <dsp:sp modelId="{1CF6C79F-3B09-B940-B708-1960C3708E16}">
      <dsp:nvSpPr>
        <dsp:cNvPr id="0" name=""/>
        <dsp:cNvSpPr/>
      </dsp:nvSpPr>
      <dsp:spPr>
        <a:xfrm>
          <a:off x="5648291" y="242151"/>
          <a:ext cx="3757497" cy="3757497"/>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a:t>Assistant: </a:t>
          </a:r>
          <a:r>
            <a:rPr lang="en-US" sz="2300" kern="1200"/>
            <a:t>Golden whispers fill the air,</a:t>
          </a:r>
          <a:br>
            <a:rPr lang="en-US" sz="2300" kern="1200"/>
          </a:br>
          <a:r>
            <a:rPr lang="en-US" sz="2300" kern="1200"/>
            <a:t>Leaves drift softly without care.</a:t>
          </a:r>
          <a:br>
            <a:rPr lang="en-US" sz="2300" kern="1200"/>
          </a:br>
          <a:r>
            <a:rPr lang="en-US" sz="2300" kern="1200"/>
            <a:t>Crimson carpets line the ground,</a:t>
          </a:r>
          <a:br>
            <a:rPr lang="en-US" sz="2300" kern="1200"/>
          </a:br>
          <a:r>
            <a:rPr lang="en-US" sz="2300" kern="1200"/>
            <a:t>Autumn’s hush, a gentle sound.</a:t>
          </a:r>
        </a:p>
      </dsp:txBody>
      <dsp:txXfrm>
        <a:off x="6198564" y="792424"/>
        <a:ext cx="2656951" cy="2656951"/>
      </dsp:txXfrm>
    </dsp:sp>
    <dsp:sp modelId="{6296EE21-40D5-AD49-9573-33008FE6927A}">
      <dsp:nvSpPr>
        <dsp:cNvPr id="0" name=""/>
        <dsp:cNvSpPr/>
      </dsp:nvSpPr>
      <dsp:spPr>
        <a:xfrm rot="10800000">
          <a:off x="3598941" y="3262532"/>
          <a:ext cx="2342220" cy="1268155"/>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979387" y="3516163"/>
        <a:ext cx="1961774" cy="7608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AD3894-15EF-D24A-8B64-F5E572C08AC7}">
      <dsp:nvSpPr>
        <dsp:cNvPr id="0" name=""/>
        <dsp:cNvSpPr/>
      </dsp:nvSpPr>
      <dsp:spPr>
        <a:xfrm>
          <a:off x="0" y="0"/>
          <a:ext cx="7526020" cy="9331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Combines reinforcement learning with human judgments.</a:t>
          </a:r>
        </a:p>
      </dsp:txBody>
      <dsp:txXfrm>
        <a:off x="27332" y="27332"/>
        <a:ext cx="6440174" cy="878532"/>
      </dsp:txXfrm>
    </dsp:sp>
    <dsp:sp modelId="{DEC7A0E7-E4C8-1647-8F7C-25EF425F4C4B}">
      <dsp:nvSpPr>
        <dsp:cNvPr id="0" name=""/>
        <dsp:cNvSpPr/>
      </dsp:nvSpPr>
      <dsp:spPr>
        <a:xfrm>
          <a:off x="630304" y="1102868"/>
          <a:ext cx="7526020" cy="933196"/>
        </a:xfrm>
        <a:prstGeom prst="roundRect">
          <a:avLst>
            <a:gd name="adj" fmla="val 10000"/>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Aligns model behavior with human values.</a:t>
          </a:r>
        </a:p>
      </dsp:txBody>
      <dsp:txXfrm>
        <a:off x="657636" y="1130200"/>
        <a:ext cx="6234474" cy="878531"/>
      </dsp:txXfrm>
    </dsp:sp>
    <dsp:sp modelId="{DA6A374C-349F-9943-A2FD-A30468A49ED4}">
      <dsp:nvSpPr>
        <dsp:cNvPr id="0" name=""/>
        <dsp:cNvSpPr/>
      </dsp:nvSpPr>
      <dsp:spPr>
        <a:xfrm>
          <a:off x="1251200" y="2205736"/>
          <a:ext cx="7526020" cy="933196"/>
        </a:xfrm>
        <a:prstGeom prst="roundRect">
          <a:avLst>
            <a:gd name="adj" fmla="val 10000"/>
          </a:avLst>
        </a:prstGeom>
        <a:solidFill>
          <a:schemeClr val="accent2">
            <a:hueOff val="4295742"/>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Used in models like ChatGPT for better responses.</a:t>
          </a:r>
        </a:p>
      </dsp:txBody>
      <dsp:txXfrm>
        <a:off x="1278532" y="2233068"/>
        <a:ext cx="6243881" cy="878532"/>
      </dsp:txXfrm>
    </dsp:sp>
    <dsp:sp modelId="{7D149571-D507-724B-B2FD-DCAA20F44D8D}">
      <dsp:nvSpPr>
        <dsp:cNvPr id="0" name=""/>
        <dsp:cNvSpPr/>
      </dsp:nvSpPr>
      <dsp:spPr>
        <a:xfrm>
          <a:off x="1881504" y="3308604"/>
          <a:ext cx="7526020" cy="933196"/>
        </a:xfrm>
        <a:prstGeom prst="roundRect">
          <a:avLst>
            <a:gd name="adj" fmla="val 10000"/>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Challenges: bias, cost, scalability, consistency.</a:t>
          </a:r>
        </a:p>
      </dsp:txBody>
      <dsp:txXfrm>
        <a:off x="1908836" y="3335936"/>
        <a:ext cx="6234474" cy="878531"/>
      </dsp:txXfrm>
    </dsp:sp>
    <dsp:sp modelId="{58EF1422-8232-684F-9EB8-767789656E9B}">
      <dsp:nvSpPr>
        <dsp:cNvPr id="0" name=""/>
        <dsp:cNvSpPr/>
      </dsp:nvSpPr>
      <dsp:spPr>
        <a:xfrm>
          <a:off x="6919442" y="714743"/>
          <a:ext cx="606577" cy="606577"/>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055922" y="714743"/>
        <a:ext cx="333617" cy="456449"/>
      </dsp:txXfrm>
    </dsp:sp>
    <dsp:sp modelId="{ED0136D2-FCC1-AD45-97D7-55CE73A0F698}">
      <dsp:nvSpPr>
        <dsp:cNvPr id="0" name=""/>
        <dsp:cNvSpPr/>
      </dsp:nvSpPr>
      <dsp:spPr>
        <a:xfrm>
          <a:off x="7549746" y="1817611"/>
          <a:ext cx="606577" cy="606577"/>
        </a:xfrm>
        <a:prstGeom prst="downArrow">
          <a:avLst>
            <a:gd name="adj1" fmla="val 55000"/>
            <a:gd name="adj2" fmla="val 45000"/>
          </a:avLst>
        </a:prstGeom>
        <a:solidFill>
          <a:schemeClr val="accent2">
            <a:tint val="40000"/>
            <a:alpha val="90000"/>
            <a:hueOff val="3367362"/>
            <a:satOff val="-31116"/>
            <a:lumOff val="-3508"/>
            <a:alphaOff val="0"/>
          </a:schemeClr>
        </a:solidFill>
        <a:ln w="19050" cap="flat" cmpd="sng" algn="ctr">
          <a:solidFill>
            <a:schemeClr val="accent2">
              <a:tint val="40000"/>
              <a:alpha val="90000"/>
              <a:hueOff val="3367362"/>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686226" y="1817611"/>
        <a:ext cx="333617" cy="456449"/>
      </dsp:txXfrm>
    </dsp:sp>
    <dsp:sp modelId="{130A99BE-4DD6-E54B-B354-82BDE47BE068}">
      <dsp:nvSpPr>
        <dsp:cNvPr id="0" name=""/>
        <dsp:cNvSpPr/>
      </dsp:nvSpPr>
      <dsp:spPr>
        <a:xfrm>
          <a:off x="8170643" y="2920479"/>
          <a:ext cx="606577" cy="606577"/>
        </a:xfrm>
        <a:prstGeom prst="downArrow">
          <a:avLst>
            <a:gd name="adj1" fmla="val 55000"/>
            <a:gd name="adj2" fmla="val 45000"/>
          </a:avLst>
        </a:prstGeom>
        <a:solidFill>
          <a:schemeClr val="accent2">
            <a:tint val="40000"/>
            <a:alpha val="90000"/>
            <a:hueOff val="6734724"/>
            <a:satOff val="-62232"/>
            <a:lumOff val="-7015"/>
            <a:alphaOff val="0"/>
          </a:schemeClr>
        </a:solidFill>
        <a:ln w="19050" cap="flat" cmpd="sng" algn="ctr">
          <a:solidFill>
            <a:schemeClr val="accent2">
              <a:tint val="40000"/>
              <a:alpha val="90000"/>
              <a:hueOff val="6734724"/>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8307123" y="2920479"/>
        <a:ext cx="333617" cy="4564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DE5BA1-B957-384C-B2B8-D9DAC789154F}">
      <dsp:nvSpPr>
        <dsp:cNvPr id="0" name=""/>
        <dsp:cNvSpPr/>
      </dsp:nvSpPr>
      <dsp:spPr>
        <a:xfrm>
          <a:off x="924958" y="80"/>
          <a:ext cx="2469972" cy="123498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a:t>Prompt: Explain why exercise is important.</a:t>
          </a:r>
        </a:p>
      </dsp:txBody>
      <dsp:txXfrm>
        <a:off x="961130" y="36252"/>
        <a:ext cx="2397628" cy="1162642"/>
      </dsp:txXfrm>
    </dsp:sp>
    <dsp:sp modelId="{9CF00653-FDD4-A04B-ADD3-5904C0BE0820}">
      <dsp:nvSpPr>
        <dsp:cNvPr id="0" name=""/>
        <dsp:cNvSpPr/>
      </dsp:nvSpPr>
      <dsp:spPr>
        <a:xfrm>
          <a:off x="4012423" y="80"/>
          <a:ext cx="2469972" cy="1234986"/>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a:t>Response</a:t>
          </a:r>
        </a:p>
      </dsp:txBody>
      <dsp:txXfrm>
        <a:off x="4048595" y="36252"/>
        <a:ext cx="2397628" cy="1162642"/>
      </dsp:txXfrm>
    </dsp:sp>
    <dsp:sp modelId="{6159DDC9-3944-2446-8B39-EF28D71C51C4}">
      <dsp:nvSpPr>
        <dsp:cNvPr id="0" name=""/>
        <dsp:cNvSpPr/>
      </dsp:nvSpPr>
      <dsp:spPr>
        <a:xfrm>
          <a:off x="4259420" y="1235066"/>
          <a:ext cx="246997" cy="926239"/>
        </a:xfrm>
        <a:custGeom>
          <a:avLst/>
          <a:gdLst/>
          <a:ahLst/>
          <a:cxnLst/>
          <a:rect l="0" t="0" r="0" b="0"/>
          <a:pathLst>
            <a:path>
              <a:moveTo>
                <a:pt x="0" y="0"/>
              </a:moveTo>
              <a:lnTo>
                <a:pt x="0" y="926239"/>
              </a:lnTo>
              <a:lnTo>
                <a:pt x="246997" y="926239"/>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AB3CF2-57D6-8A44-A648-AFE74D987905}">
      <dsp:nvSpPr>
        <dsp:cNvPr id="0" name=""/>
        <dsp:cNvSpPr/>
      </dsp:nvSpPr>
      <dsp:spPr>
        <a:xfrm>
          <a:off x="4506417" y="1543813"/>
          <a:ext cx="1975977" cy="1234986"/>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A: Exercise helps maintain physical health, improves mood, and increases energy levels.</a:t>
          </a:r>
        </a:p>
      </dsp:txBody>
      <dsp:txXfrm>
        <a:off x="4542589" y="1579985"/>
        <a:ext cx="1903633" cy="1162642"/>
      </dsp:txXfrm>
    </dsp:sp>
    <dsp:sp modelId="{DF17E352-4124-DE47-8A69-408D186B241A}">
      <dsp:nvSpPr>
        <dsp:cNvPr id="0" name=""/>
        <dsp:cNvSpPr/>
      </dsp:nvSpPr>
      <dsp:spPr>
        <a:xfrm>
          <a:off x="4259420" y="1235066"/>
          <a:ext cx="246997" cy="2469972"/>
        </a:xfrm>
        <a:custGeom>
          <a:avLst/>
          <a:gdLst/>
          <a:ahLst/>
          <a:cxnLst/>
          <a:rect l="0" t="0" r="0" b="0"/>
          <a:pathLst>
            <a:path>
              <a:moveTo>
                <a:pt x="0" y="0"/>
              </a:moveTo>
              <a:lnTo>
                <a:pt x="0" y="2469972"/>
              </a:lnTo>
              <a:lnTo>
                <a:pt x="246997" y="2469972"/>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774C8B-D392-1249-A782-6F1E3AB2C09B}">
      <dsp:nvSpPr>
        <dsp:cNvPr id="0" name=""/>
        <dsp:cNvSpPr/>
      </dsp:nvSpPr>
      <dsp:spPr>
        <a:xfrm>
          <a:off x="4506417" y="3087546"/>
          <a:ext cx="1975977" cy="1234986"/>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B: Exercise is good.</a:t>
          </a:r>
        </a:p>
      </dsp:txBody>
      <dsp:txXfrm>
        <a:off x="4542589" y="3123718"/>
        <a:ext cx="1903633" cy="1162642"/>
      </dsp:txXfrm>
    </dsp:sp>
    <dsp:sp modelId="{CD64B2D8-EFD7-404C-90D0-E4AE2A1CCBE2}">
      <dsp:nvSpPr>
        <dsp:cNvPr id="0" name=""/>
        <dsp:cNvSpPr/>
      </dsp:nvSpPr>
      <dsp:spPr>
        <a:xfrm>
          <a:off x="7099888" y="80"/>
          <a:ext cx="2469972" cy="1234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a:t>Preferred A: Reward model will learn:</a:t>
          </a:r>
        </a:p>
      </dsp:txBody>
      <dsp:txXfrm>
        <a:off x="7136060" y="36252"/>
        <a:ext cx="2397628" cy="1162642"/>
      </dsp:txXfrm>
    </dsp:sp>
    <dsp:sp modelId="{CE4CE52D-AC62-714B-B6EF-AFAF952E69B4}">
      <dsp:nvSpPr>
        <dsp:cNvPr id="0" name=""/>
        <dsp:cNvSpPr/>
      </dsp:nvSpPr>
      <dsp:spPr>
        <a:xfrm>
          <a:off x="7346885" y="1235066"/>
          <a:ext cx="246997" cy="926239"/>
        </a:xfrm>
        <a:custGeom>
          <a:avLst/>
          <a:gdLst/>
          <a:ahLst/>
          <a:cxnLst/>
          <a:rect l="0" t="0" r="0" b="0"/>
          <a:pathLst>
            <a:path>
              <a:moveTo>
                <a:pt x="0" y="0"/>
              </a:moveTo>
              <a:lnTo>
                <a:pt x="0" y="926239"/>
              </a:lnTo>
              <a:lnTo>
                <a:pt x="246997" y="926239"/>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CDC21D-0673-9343-A525-F8026BB6AB6E}">
      <dsp:nvSpPr>
        <dsp:cNvPr id="0" name=""/>
        <dsp:cNvSpPr/>
      </dsp:nvSpPr>
      <dsp:spPr>
        <a:xfrm>
          <a:off x="7593882" y="1543813"/>
          <a:ext cx="1975977" cy="1234986"/>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A = higher reward (detailed, helpful)</a:t>
          </a:r>
        </a:p>
      </dsp:txBody>
      <dsp:txXfrm>
        <a:off x="7630054" y="1579985"/>
        <a:ext cx="1903633" cy="1162642"/>
      </dsp:txXfrm>
    </dsp:sp>
    <dsp:sp modelId="{26F39C0D-44FD-B641-8AED-641909DE1B24}">
      <dsp:nvSpPr>
        <dsp:cNvPr id="0" name=""/>
        <dsp:cNvSpPr/>
      </dsp:nvSpPr>
      <dsp:spPr>
        <a:xfrm>
          <a:off x="7346885" y="1235066"/>
          <a:ext cx="246997" cy="2469972"/>
        </a:xfrm>
        <a:custGeom>
          <a:avLst/>
          <a:gdLst/>
          <a:ahLst/>
          <a:cxnLst/>
          <a:rect l="0" t="0" r="0" b="0"/>
          <a:pathLst>
            <a:path>
              <a:moveTo>
                <a:pt x="0" y="0"/>
              </a:moveTo>
              <a:lnTo>
                <a:pt x="0" y="2469972"/>
              </a:lnTo>
              <a:lnTo>
                <a:pt x="246997" y="2469972"/>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542C16-58B3-2549-8BEF-8702A7F777AB}">
      <dsp:nvSpPr>
        <dsp:cNvPr id="0" name=""/>
        <dsp:cNvSpPr/>
      </dsp:nvSpPr>
      <dsp:spPr>
        <a:xfrm>
          <a:off x="7593882" y="3087546"/>
          <a:ext cx="1975977" cy="1234986"/>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B = lower reward (too vague)</a:t>
          </a:r>
        </a:p>
      </dsp:txBody>
      <dsp:txXfrm>
        <a:off x="7630054" y="3123718"/>
        <a:ext cx="1903633" cy="11626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C26DA-E898-AA4C-B0F1-5BCAA0A6843F}">
      <dsp:nvSpPr>
        <dsp:cNvPr id="0" name=""/>
        <dsp:cNvSpPr/>
      </dsp:nvSpPr>
      <dsp:spPr>
        <a:xfrm>
          <a:off x="1523210" y="532"/>
          <a:ext cx="2650459" cy="1590275"/>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Pretraining = Learn language.</a:t>
          </a:r>
        </a:p>
      </dsp:txBody>
      <dsp:txXfrm>
        <a:off x="1569788" y="47110"/>
        <a:ext cx="2557303" cy="1497119"/>
      </dsp:txXfrm>
    </dsp:sp>
    <dsp:sp modelId="{DB3130B9-CF67-F447-95DD-72336FA14F50}">
      <dsp:nvSpPr>
        <dsp:cNvPr id="0" name=""/>
        <dsp:cNvSpPr/>
      </dsp:nvSpPr>
      <dsp:spPr>
        <a:xfrm>
          <a:off x="4406910" y="467013"/>
          <a:ext cx="561897" cy="65731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406910" y="598476"/>
        <a:ext cx="393328" cy="394388"/>
      </dsp:txXfrm>
    </dsp:sp>
    <dsp:sp modelId="{FD764F0E-7AEC-B146-AF7E-4DCFCD6AF1A3}">
      <dsp:nvSpPr>
        <dsp:cNvPr id="0" name=""/>
        <dsp:cNvSpPr/>
      </dsp:nvSpPr>
      <dsp:spPr>
        <a:xfrm>
          <a:off x="5233854" y="532"/>
          <a:ext cx="2650459" cy="1590275"/>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SFT = Learn to follow instructions.</a:t>
          </a:r>
        </a:p>
      </dsp:txBody>
      <dsp:txXfrm>
        <a:off x="5280432" y="47110"/>
        <a:ext cx="2557303" cy="1497119"/>
      </dsp:txXfrm>
    </dsp:sp>
    <dsp:sp modelId="{968191E3-46FB-B046-A17E-4AB025F58730}">
      <dsp:nvSpPr>
        <dsp:cNvPr id="0" name=""/>
        <dsp:cNvSpPr/>
      </dsp:nvSpPr>
      <dsp:spPr>
        <a:xfrm rot="5400000">
          <a:off x="6278135" y="1776340"/>
          <a:ext cx="561897" cy="657314"/>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361890" y="1824049"/>
        <a:ext cx="394388" cy="393328"/>
      </dsp:txXfrm>
    </dsp:sp>
    <dsp:sp modelId="{DB2A9B66-959C-2142-A780-7FCAC43E05AD}">
      <dsp:nvSpPr>
        <dsp:cNvPr id="0" name=""/>
        <dsp:cNvSpPr/>
      </dsp:nvSpPr>
      <dsp:spPr>
        <a:xfrm>
          <a:off x="5233854" y="2650991"/>
          <a:ext cx="2650459" cy="1590275"/>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RLHF = Learn to follow human preferences.</a:t>
          </a:r>
        </a:p>
      </dsp:txBody>
      <dsp:txXfrm>
        <a:off x="5280432" y="2697569"/>
        <a:ext cx="2557303" cy="149711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FB6175-5B2B-5046-A4DD-A6D36D6C19CE}">
      <dsp:nvSpPr>
        <dsp:cNvPr id="0" name=""/>
        <dsp:cNvSpPr/>
      </dsp:nvSpPr>
      <dsp:spPr>
        <a:xfrm>
          <a:off x="0" y="48509"/>
          <a:ext cx="3455821" cy="794503"/>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Inference-time scaling</a:t>
          </a:r>
        </a:p>
      </dsp:txBody>
      <dsp:txXfrm>
        <a:off x="38784" y="87293"/>
        <a:ext cx="3378253" cy="716935"/>
      </dsp:txXfrm>
    </dsp:sp>
    <dsp:sp modelId="{E477ADB2-911C-F541-9727-A4341A2D8152}">
      <dsp:nvSpPr>
        <dsp:cNvPr id="0" name=""/>
        <dsp:cNvSpPr/>
      </dsp:nvSpPr>
      <dsp:spPr>
        <a:xfrm>
          <a:off x="0" y="900612"/>
          <a:ext cx="3455821" cy="794503"/>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Pure reinforcement learning </a:t>
          </a:r>
        </a:p>
      </dsp:txBody>
      <dsp:txXfrm>
        <a:off x="38784" y="939396"/>
        <a:ext cx="3378253" cy="716935"/>
      </dsp:txXfrm>
    </dsp:sp>
    <dsp:sp modelId="{EBBA6DDA-5CC8-4C45-9F7D-693B942F323D}">
      <dsp:nvSpPr>
        <dsp:cNvPr id="0" name=""/>
        <dsp:cNvSpPr/>
      </dsp:nvSpPr>
      <dsp:spPr>
        <a:xfrm>
          <a:off x="0" y="1752716"/>
          <a:ext cx="3455821" cy="794503"/>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Supervised finetuning and reinforcement learning</a:t>
          </a:r>
        </a:p>
      </dsp:txBody>
      <dsp:txXfrm>
        <a:off x="38784" y="1791500"/>
        <a:ext cx="3378253" cy="716935"/>
      </dsp:txXfrm>
    </dsp:sp>
    <dsp:sp modelId="{EA0D7BE7-E1E2-734C-AEC6-B3AD36A38D40}">
      <dsp:nvSpPr>
        <dsp:cNvPr id="0" name=""/>
        <dsp:cNvSpPr/>
      </dsp:nvSpPr>
      <dsp:spPr>
        <a:xfrm>
          <a:off x="0" y="2604819"/>
          <a:ext cx="3455821" cy="794503"/>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Pure supervised finetuning (SFT) and distillation</a:t>
          </a:r>
        </a:p>
      </dsp:txBody>
      <dsp:txXfrm>
        <a:off x="38784" y="2643603"/>
        <a:ext cx="3378253" cy="7169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F2FD87-295A-9944-9C76-41677BEE9521}">
      <dsp:nvSpPr>
        <dsp:cNvPr id="0" name=""/>
        <dsp:cNvSpPr/>
      </dsp:nvSpPr>
      <dsp:spPr>
        <a:xfrm>
          <a:off x="3229" y="72006"/>
          <a:ext cx="3149051" cy="87461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defRPr b="1"/>
          </a:pPr>
          <a:r>
            <a:rPr lang="en-US" sz="1700" kern="1200" dirty="0"/>
            <a:t>Why: using reasoning models for everything is expensive and ineffective</a:t>
          </a:r>
        </a:p>
      </dsp:txBody>
      <dsp:txXfrm>
        <a:off x="3229" y="72006"/>
        <a:ext cx="3149051" cy="874610"/>
      </dsp:txXfrm>
    </dsp:sp>
    <dsp:sp modelId="{65A0F23F-3D16-E54A-A388-36BB193DCCBA}">
      <dsp:nvSpPr>
        <dsp:cNvPr id="0" name=""/>
        <dsp:cNvSpPr/>
      </dsp:nvSpPr>
      <dsp:spPr>
        <a:xfrm>
          <a:off x="3229" y="946616"/>
          <a:ext cx="3149051" cy="304780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Computational Overhead</a:t>
          </a:r>
        </a:p>
        <a:p>
          <a:pPr marL="171450" lvl="1" indent="-171450" algn="l" defTabSz="755650">
            <a:lnSpc>
              <a:spcPct val="90000"/>
            </a:lnSpc>
            <a:spcBef>
              <a:spcPct val="0"/>
            </a:spcBef>
            <a:spcAft>
              <a:spcPct val="15000"/>
            </a:spcAft>
            <a:buChar char="•"/>
          </a:pPr>
          <a:r>
            <a:rPr lang="en-US" sz="1700" kern="1200"/>
            <a:t>Higher Risk of “Overthinking” or Hallucination</a:t>
          </a:r>
        </a:p>
        <a:p>
          <a:pPr marL="171450" lvl="1" indent="-171450" algn="l" defTabSz="755650">
            <a:lnSpc>
              <a:spcPct val="90000"/>
            </a:lnSpc>
            <a:spcBef>
              <a:spcPct val="0"/>
            </a:spcBef>
            <a:spcAft>
              <a:spcPct val="15000"/>
            </a:spcAft>
            <a:buChar char="•"/>
          </a:pPr>
          <a:r>
            <a:rPr lang="en-US" sz="1700" kern="1200"/>
            <a:t>Reduced Throughput and Scalability</a:t>
          </a:r>
        </a:p>
      </dsp:txBody>
      <dsp:txXfrm>
        <a:off x="3229" y="946616"/>
        <a:ext cx="3149051" cy="3047807"/>
      </dsp:txXfrm>
    </dsp:sp>
    <dsp:sp modelId="{8FF392F4-6F9E-B243-9856-6A9EB21C4DB7}">
      <dsp:nvSpPr>
        <dsp:cNvPr id="0" name=""/>
        <dsp:cNvSpPr/>
      </dsp:nvSpPr>
      <dsp:spPr>
        <a:xfrm>
          <a:off x="3593149" y="72006"/>
          <a:ext cx="3149051" cy="87461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defRPr b="1"/>
          </a:pPr>
          <a:r>
            <a:rPr lang="en-US" sz="1700" kern="1200"/>
            <a:t>Complex Reasoning and Problem Solving</a:t>
          </a:r>
        </a:p>
      </dsp:txBody>
      <dsp:txXfrm>
        <a:off x="3593149" y="72006"/>
        <a:ext cx="3149051" cy="874610"/>
      </dsp:txXfrm>
    </dsp:sp>
    <dsp:sp modelId="{54677295-3F5F-8F41-97DB-7C272A4A0BA6}">
      <dsp:nvSpPr>
        <dsp:cNvPr id="0" name=""/>
        <dsp:cNvSpPr/>
      </dsp:nvSpPr>
      <dsp:spPr>
        <a:xfrm>
          <a:off x="3593149" y="946616"/>
          <a:ext cx="3149051" cy="304780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scientific discovery: brainstorm research ideas</a:t>
          </a:r>
        </a:p>
        <a:p>
          <a:pPr marL="171450" lvl="1" indent="-171450" algn="l" defTabSz="755650">
            <a:lnSpc>
              <a:spcPct val="90000"/>
            </a:lnSpc>
            <a:spcBef>
              <a:spcPct val="0"/>
            </a:spcBef>
            <a:spcAft>
              <a:spcPct val="15000"/>
            </a:spcAft>
            <a:buChar char="•"/>
          </a:pPr>
          <a:r>
            <a:rPr lang="en-US" sz="1700" kern="1200"/>
            <a:t>reasoning through counterfactual scenarios</a:t>
          </a:r>
        </a:p>
        <a:p>
          <a:pPr marL="171450" lvl="1" indent="-171450" algn="l" defTabSz="755650">
            <a:lnSpc>
              <a:spcPct val="90000"/>
            </a:lnSpc>
            <a:spcBef>
              <a:spcPct val="0"/>
            </a:spcBef>
            <a:spcAft>
              <a:spcPct val="15000"/>
            </a:spcAft>
            <a:buChar char="•"/>
          </a:pPr>
          <a:r>
            <a:rPr lang="en-US" sz="1700" kern="1200"/>
            <a:t>designing a novel experiment with constraints</a:t>
          </a:r>
        </a:p>
        <a:p>
          <a:pPr marL="171450" lvl="1" indent="-171450" algn="l" defTabSz="755650">
            <a:lnSpc>
              <a:spcPct val="90000"/>
            </a:lnSpc>
            <a:spcBef>
              <a:spcPct val="0"/>
            </a:spcBef>
            <a:spcAft>
              <a:spcPct val="15000"/>
            </a:spcAft>
            <a:buChar char="•"/>
          </a:pPr>
          <a:r>
            <a:rPr lang="en-US" sz="1700" kern="1200" dirty="0"/>
            <a:t>planning a multi-step data science pipeline</a:t>
          </a:r>
        </a:p>
        <a:p>
          <a:pPr marL="171450" lvl="1" indent="-171450" algn="l" defTabSz="755650">
            <a:lnSpc>
              <a:spcPct val="90000"/>
            </a:lnSpc>
            <a:spcBef>
              <a:spcPct val="0"/>
            </a:spcBef>
            <a:spcAft>
              <a:spcPct val="15000"/>
            </a:spcAft>
            <a:buChar char="•"/>
          </a:pPr>
          <a:r>
            <a:rPr lang="en-US" sz="1700" kern="1200"/>
            <a:t>advanced math problems </a:t>
          </a:r>
        </a:p>
        <a:p>
          <a:pPr marL="171450" lvl="1" indent="-171450" algn="l" defTabSz="755650">
            <a:lnSpc>
              <a:spcPct val="90000"/>
            </a:lnSpc>
            <a:spcBef>
              <a:spcPct val="0"/>
            </a:spcBef>
            <a:spcAft>
              <a:spcPct val="15000"/>
            </a:spcAft>
            <a:buChar char="•"/>
          </a:pPr>
          <a:r>
            <a:rPr lang="en-US" sz="1700" kern="1200"/>
            <a:t>challenging coding tasks </a:t>
          </a:r>
        </a:p>
      </dsp:txBody>
      <dsp:txXfrm>
        <a:off x="3593149" y="946616"/>
        <a:ext cx="3149051" cy="3047807"/>
      </dsp:txXfrm>
    </dsp:sp>
    <dsp:sp modelId="{9CDBC855-6718-4140-984D-B0EC4939CBFB}">
      <dsp:nvSpPr>
        <dsp:cNvPr id="0" name=""/>
        <dsp:cNvSpPr/>
      </dsp:nvSpPr>
      <dsp:spPr>
        <a:xfrm>
          <a:off x="7183068" y="72006"/>
          <a:ext cx="3149051" cy="874610"/>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defRPr b="1"/>
          </a:pPr>
          <a:r>
            <a:rPr lang="en-US" sz="1700" kern="1200"/>
            <a:t>Inefficient for Simpler Tasks </a:t>
          </a:r>
        </a:p>
      </dsp:txBody>
      <dsp:txXfrm>
        <a:off x="7183068" y="72006"/>
        <a:ext cx="3149051" cy="874610"/>
      </dsp:txXfrm>
    </dsp:sp>
    <dsp:sp modelId="{725EAF09-6CA2-8342-8466-33D133B45F59}">
      <dsp:nvSpPr>
        <dsp:cNvPr id="0" name=""/>
        <dsp:cNvSpPr/>
      </dsp:nvSpPr>
      <dsp:spPr>
        <a:xfrm>
          <a:off x="7183068" y="946616"/>
          <a:ext cx="3149051" cy="3047807"/>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Grammar correction</a:t>
          </a:r>
        </a:p>
        <a:p>
          <a:pPr marL="171450" lvl="1" indent="-171450" algn="l" defTabSz="755650">
            <a:lnSpc>
              <a:spcPct val="90000"/>
            </a:lnSpc>
            <a:spcBef>
              <a:spcPct val="0"/>
            </a:spcBef>
            <a:spcAft>
              <a:spcPct val="15000"/>
            </a:spcAft>
            <a:buChar char="•"/>
          </a:pPr>
          <a:r>
            <a:rPr lang="en-US" sz="1700" kern="1200"/>
            <a:t>Simple definitions</a:t>
          </a:r>
        </a:p>
        <a:p>
          <a:pPr marL="171450" lvl="1" indent="-171450" algn="l" defTabSz="755650">
            <a:lnSpc>
              <a:spcPct val="90000"/>
            </a:lnSpc>
            <a:spcBef>
              <a:spcPct val="0"/>
            </a:spcBef>
            <a:spcAft>
              <a:spcPct val="15000"/>
            </a:spcAft>
            <a:buChar char="•"/>
          </a:pPr>
          <a:r>
            <a:rPr lang="en-US" sz="1700" kern="1200"/>
            <a:t>Text summarization </a:t>
          </a:r>
        </a:p>
        <a:p>
          <a:pPr marL="171450" lvl="1" indent="-171450" algn="l" defTabSz="755650">
            <a:lnSpc>
              <a:spcPct val="90000"/>
            </a:lnSpc>
            <a:spcBef>
              <a:spcPct val="0"/>
            </a:spcBef>
            <a:spcAft>
              <a:spcPct val="15000"/>
            </a:spcAft>
            <a:buChar char="•"/>
          </a:pPr>
          <a:r>
            <a:rPr lang="en-US" sz="1700" kern="1200"/>
            <a:t>Translation </a:t>
          </a:r>
        </a:p>
        <a:p>
          <a:pPr marL="171450" lvl="1" indent="-171450" algn="l" defTabSz="755650">
            <a:lnSpc>
              <a:spcPct val="90000"/>
            </a:lnSpc>
            <a:spcBef>
              <a:spcPct val="0"/>
            </a:spcBef>
            <a:spcAft>
              <a:spcPct val="15000"/>
            </a:spcAft>
            <a:buChar char="•"/>
          </a:pPr>
          <a:r>
            <a:rPr lang="en-US" sz="1700" kern="1200"/>
            <a:t>Fact-based question answering</a:t>
          </a:r>
        </a:p>
      </dsp:txBody>
      <dsp:txXfrm>
        <a:off x="7183068" y="946616"/>
        <a:ext cx="3149051" cy="304780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30EB2-F058-D849-8021-E62C71BF1300}">
      <dsp:nvSpPr>
        <dsp:cNvPr id="0" name=""/>
        <dsp:cNvSpPr/>
      </dsp:nvSpPr>
      <dsp:spPr>
        <a:xfrm>
          <a:off x="0" y="88999"/>
          <a:ext cx="9102436" cy="59962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Do these models really reason? [topic of another workshop]</a:t>
          </a:r>
        </a:p>
      </dsp:txBody>
      <dsp:txXfrm>
        <a:off x="29271" y="118270"/>
        <a:ext cx="9043894" cy="541083"/>
      </dsp:txXfrm>
    </dsp:sp>
    <dsp:sp modelId="{A6D613BA-DFED-C249-8107-63642B219FEE}">
      <dsp:nvSpPr>
        <dsp:cNvPr id="0" name=""/>
        <dsp:cNvSpPr/>
      </dsp:nvSpPr>
      <dsp:spPr>
        <a:xfrm>
          <a:off x="0" y="760624"/>
          <a:ext cx="9102436" cy="599625"/>
        </a:xfrm>
        <a:prstGeom prst="roundRect">
          <a:avLst/>
        </a:prstGeom>
        <a:solidFill>
          <a:schemeClr val="accent5">
            <a:hueOff val="1822866"/>
            <a:satOff val="-821"/>
            <a:lumOff val="-101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To reason, you need to understand</a:t>
          </a:r>
        </a:p>
      </dsp:txBody>
      <dsp:txXfrm>
        <a:off x="29271" y="789895"/>
        <a:ext cx="9043894" cy="541083"/>
      </dsp:txXfrm>
    </dsp:sp>
    <dsp:sp modelId="{3F0D5117-9E48-A648-8E37-50255A58437B}">
      <dsp:nvSpPr>
        <dsp:cNvPr id="0" name=""/>
        <dsp:cNvSpPr/>
      </dsp:nvSpPr>
      <dsp:spPr>
        <a:xfrm>
          <a:off x="0" y="1360249"/>
          <a:ext cx="9102436"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002"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Do these models really understand? </a:t>
          </a:r>
        </a:p>
        <a:p>
          <a:pPr marL="228600" lvl="1" indent="-228600" algn="l" defTabSz="889000">
            <a:lnSpc>
              <a:spcPct val="90000"/>
            </a:lnSpc>
            <a:spcBef>
              <a:spcPct val="0"/>
            </a:spcBef>
            <a:spcAft>
              <a:spcPct val="20000"/>
            </a:spcAft>
            <a:buChar char="•"/>
          </a:pPr>
          <a:r>
            <a:rPr lang="en-US" sz="2000" kern="1200"/>
            <a:t>Next token prediction  vs understanding </a:t>
          </a:r>
        </a:p>
      </dsp:txBody>
      <dsp:txXfrm>
        <a:off x="0" y="1360249"/>
        <a:ext cx="9102436" cy="685687"/>
      </dsp:txXfrm>
    </dsp:sp>
    <dsp:sp modelId="{48C61835-0189-FE4B-88EC-28DB029A13A8}">
      <dsp:nvSpPr>
        <dsp:cNvPr id="0" name=""/>
        <dsp:cNvSpPr/>
      </dsp:nvSpPr>
      <dsp:spPr>
        <a:xfrm>
          <a:off x="0" y="2045937"/>
          <a:ext cx="9102436" cy="599625"/>
        </a:xfrm>
        <a:prstGeom prst="roundRect">
          <a:avLst/>
        </a:prstGeom>
        <a:solidFill>
          <a:schemeClr val="accent5">
            <a:hueOff val="3645731"/>
            <a:satOff val="-1642"/>
            <a:lumOff val="-2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No Real World Model</a:t>
          </a:r>
        </a:p>
      </dsp:txBody>
      <dsp:txXfrm>
        <a:off x="29271" y="2075208"/>
        <a:ext cx="9043894" cy="541083"/>
      </dsp:txXfrm>
    </dsp:sp>
    <dsp:sp modelId="{FBB94A4D-ECCA-D44A-8549-8F1E94D27149}">
      <dsp:nvSpPr>
        <dsp:cNvPr id="0" name=""/>
        <dsp:cNvSpPr/>
      </dsp:nvSpPr>
      <dsp:spPr>
        <a:xfrm>
          <a:off x="0" y="2645562"/>
          <a:ext cx="9102436"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002"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No internal model of physics, time, or environment.</a:t>
          </a:r>
        </a:p>
        <a:p>
          <a:pPr marL="228600" lvl="1" indent="-228600" algn="l" defTabSz="889000">
            <a:lnSpc>
              <a:spcPct val="90000"/>
            </a:lnSpc>
            <a:spcBef>
              <a:spcPct val="0"/>
            </a:spcBef>
            <a:spcAft>
              <a:spcPct val="20000"/>
            </a:spcAft>
            <a:buChar char="•"/>
          </a:pPr>
          <a:r>
            <a:rPr lang="en-US" sz="2000" kern="1200"/>
            <a:t>struggle with tasks that require understanding of how world works</a:t>
          </a:r>
        </a:p>
        <a:p>
          <a:pPr marL="228600" lvl="1" indent="-228600" algn="l" defTabSz="889000">
            <a:lnSpc>
              <a:spcPct val="90000"/>
            </a:lnSpc>
            <a:spcBef>
              <a:spcPct val="0"/>
            </a:spcBef>
            <a:spcAft>
              <a:spcPct val="20000"/>
            </a:spcAft>
            <a:buChar char="•"/>
          </a:pPr>
          <a:r>
            <a:rPr lang="en-US" sz="2000" kern="1200"/>
            <a:t>something Yann LeCun’s team works [another workshop, see </a:t>
          </a:r>
          <a:r>
            <a:rPr lang="en-US" sz="2000" kern="1200">
              <a:hlinkClick xmlns:r="http://schemas.openxmlformats.org/officeDocument/2006/relationships" r:id="rId1"/>
            </a:rPr>
            <a:t>paper</a:t>
          </a:r>
          <a:r>
            <a:rPr lang="en-US" sz="2000" kern="1200"/>
            <a:t> ] </a:t>
          </a:r>
        </a:p>
      </dsp:txBody>
      <dsp:txXfrm>
        <a:off x="0" y="2645562"/>
        <a:ext cx="9102436" cy="1035000"/>
      </dsp:txXfrm>
    </dsp:sp>
    <dsp:sp modelId="{56E1674C-8970-7948-BF70-2C1D7219F4C0}">
      <dsp:nvSpPr>
        <dsp:cNvPr id="0" name=""/>
        <dsp:cNvSpPr/>
      </dsp:nvSpPr>
      <dsp:spPr>
        <a:xfrm>
          <a:off x="0" y="3680562"/>
          <a:ext cx="9102436" cy="599625"/>
        </a:xfrm>
        <a:prstGeom prst="roundRect">
          <a:avLst/>
        </a:prstGeom>
        <a:solidFill>
          <a:schemeClr val="accent5">
            <a:hueOff val="5468597"/>
            <a:satOff val="-2462"/>
            <a:lumOff val="-30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Hallucination Risk</a:t>
          </a:r>
        </a:p>
      </dsp:txBody>
      <dsp:txXfrm>
        <a:off x="29271" y="3709833"/>
        <a:ext cx="9043894" cy="541083"/>
      </dsp:txXfrm>
    </dsp:sp>
    <dsp:sp modelId="{8A12B9FD-8377-7541-AEBD-E10F4AF64BE4}">
      <dsp:nvSpPr>
        <dsp:cNvPr id="0" name=""/>
        <dsp:cNvSpPr/>
      </dsp:nvSpPr>
      <dsp:spPr>
        <a:xfrm>
          <a:off x="0" y="4280187"/>
          <a:ext cx="9102436"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002"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Remember how Transformer architecture works  </a:t>
          </a:r>
        </a:p>
      </dsp:txBody>
      <dsp:txXfrm>
        <a:off x="0" y="4280187"/>
        <a:ext cx="9102436" cy="414000"/>
      </dsp:txXfrm>
    </dsp:sp>
    <dsp:sp modelId="{923C9858-786E-294D-B722-2CCD942064A5}">
      <dsp:nvSpPr>
        <dsp:cNvPr id="0" name=""/>
        <dsp:cNvSpPr/>
      </dsp:nvSpPr>
      <dsp:spPr>
        <a:xfrm>
          <a:off x="0" y="4694187"/>
          <a:ext cx="9102436" cy="599625"/>
        </a:xfrm>
        <a:prstGeom prst="roundRect">
          <a:avLst/>
        </a:prstGeom>
        <a:solidFill>
          <a:schemeClr val="accent5">
            <a:hueOff val="7291462"/>
            <a:satOff val="-3283"/>
            <a:lumOff val="-4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Check Everything! </a:t>
          </a:r>
        </a:p>
      </dsp:txBody>
      <dsp:txXfrm>
        <a:off x="29271" y="4723458"/>
        <a:ext cx="9043894" cy="541083"/>
      </dsp:txXfrm>
    </dsp:sp>
    <dsp:sp modelId="{9E7E8253-7411-494F-8F39-75193C9BFA1F}">
      <dsp:nvSpPr>
        <dsp:cNvPr id="0" name=""/>
        <dsp:cNvSpPr/>
      </dsp:nvSpPr>
      <dsp:spPr>
        <a:xfrm>
          <a:off x="0" y="5365812"/>
          <a:ext cx="9102436" cy="599625"/>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You are the expert, models can only assist! </a:t>
          </a:r>
        </a:p>
      </dsp:txBody>
      <dsp:txXfrm>
        <a:off x="29271" y="5395083"/>
        <a:ext cx="9043894" cy="541083"/>
      </dsp:txXfrm>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3D853D-BB5B-6E4B-9C84-29DF97F85A74}" type="datetimeFigureOut">
              <a:rPr lang="en-US" smtClean="0"/>
              <a:t>10/26/25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381627-D877-814A-96F7-65D2B6C92CE2}" type="slidenum">
              <a:rPr lang="en-US" smtClean="0"/>
              <a:t>‹#›</a:t>
            </a:fld>
            <a:endParaRPr lang="en-US"/>
          </a:p>
        </p:txBody>
      </p:sp>
    </p:spTree>
    <p:extLst>
      <p:ext uri="{BB962C8B-B14F-4D97-AF65-F5344CB8AC3E}">
        <p14:creationId xmlns:p14="http://schemas.microsoft.com/office/powerpoint/2010/main" val="231486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CB79DC-0735-F946-8EB8-FB99086A81E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6787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cameronrwolfe.substack.com</a:t>
            </a:r>
            <a:r>
              <a:rPr lang="en-US" dirty="0"/>
              <a:t>/p/demystifying-reasoning-models</a:t>
            </a:r>
          </a:p>
        </p:txBody>
      </p:sp>
      <p:sp>
        <p:nvSpPr>
          <p:cNvPr id="4" name="Slide Number Placeholder 3"/>
          <p:cNvSpPr>
            <a:spLocks noGrp="1"/>
          </p:cNvSpPr>
          <p:nvPr>
            <p:ph type="sldNum" sz="quarter" idx="5"/>
          </p:nvPr>
        </p:nvSpPr>
        <p:spPr/>
        <p:txBody>
          <a:bodyPr/>
          <a:lstStyle/>
          <a:p>
            <a:fld id="{55AC1689-BAA6-9C44-B72E-D2705340369A}" type="slidenum">
              <a:rPr lang="en-US" smtClean="0"/>
              <a:t>9</a:t>
            </a:fld>
            <a:endParaRPr lang="en-US"/>
          </a:p>
        </p:txBody>
      </p:sp>
    </p:spTree>
    <p:extLst>
      <p:ext uri="{BB962C8B-B14F-4D97-AF65-F5344CB8AC3E}">
        <p14:creationId xmlns:p14="http://schemas.microsoft.com/office/powerpoint/2010/main" val="3953380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www.zenml.io</a:t>
            </a:r>
            <a:r>
              <a:rPr lang="en-US" dirty="0"/>
              <a:t>/blog/bigger-isnt-always-better-the-case-for-rag-in-the-age-of-infinite-context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CB79DC-0735-F946-8EB8-FB99086A81E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2066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10/26/25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39080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10/26/25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25425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10/26/25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58196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10/26/25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75826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10/26/25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38918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10/26/25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3959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10/26/25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0356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10/26/25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54421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10/26/25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56325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10/26/25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7217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10/26/25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21433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3889A-BBBB-7F22-CDD5-9C619F4B0A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3661D8-F7BA-8735-CE13-974D2A55D1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12DD80-689D-1A30-9997-4FA6E6FF955C}"/>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5" name="Footer Placeholder 4">
            <a:extLst>
              <a:ext uri="{FF2B5EF4-FFF2-40B4-BE49-F238E27FC236}">
                <a16:creationId xmlns:a16="http://schemas.microsoft.com/office/drawing/2014/main" id="{76123D3F-292C-847B-962C-8290513FC2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7C62A-1251-B58D-B2E3-685DE8502F75}"/>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1709966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61148-F7FF-691F-CC06-BA9C732629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3179E4-6536-1937-D81A-8204049C2D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ED2EE2-64E5-88DE-9F74-F741360AA561}"/>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5" name="Footer Placeholder 4">
            <a:extLst>
              <a:ext uri="{FF2B5EF4-FFF2-40B4-BE49-F238E27FC236}">
                <a16:creationId xmlns:a16="http://schemas.microsoft.com/office/drawing/2014/main" id="{E985CE8D-2696-6145-D50D-740D220CE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D9A56F-6B6D-0A98-0701-CD2446449FBD}"/>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1833316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09DC1-0CE2-EB6D-2454-52CA7096DC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453F83-866C-80CD-2958-11FDC6AA60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EBC4B7-25E1-CA79-6151-C86BE927E6F5}"/>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5" name="Footer Placeholder 4">
            <a:extLst>
              <a:ext uri="{FF2B5EF4-FFF2-40B4-BE49-F238E27FC236}">
                <a16:creationId xmlns:a16="http://schemas.microsoft.com/office/drawing/2014/main" id="{45A881A3-F17D-7FBB-FE5F-3F96ABB22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FB1154-0C5F-2473-436E-6654D1ED7246}"/>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2436479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2E67-8D28-B17B-0D79-3675D886F6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11F7AF-D346-0CA4-4625-A9523200B8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96C0C2-79D6-6DC5-0C50-CCB5D75044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25B49B-F7C9-0230-7E98-100390AB012E}"/>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6" name="Footer Placeholder 5">
            <a:extLst>
              <a:ext uri="{FF2B5EF4-FFF2-40B4-BE49-F238E27FC236}">
                <a16:creationId xmlns:a16="http://schemas.microsoft.com/office/drawing/2014/main" id="{D7BDE155-2652-5C51-4784-C05961F962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9E5169-34B0-8EE9-FC4B-0A4B86B4DF1F}"/>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1438186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BCF9-6619-4F25-BE07-4471CE7D85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BD9C12-54EE-7455-12F4-3CAE0C61F2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414909-C8AA-D5E0-C193-8C17658F42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DFD757-5563-86C4-E65A-B6AB575B51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8BE7CE-75FC-2547-D6BB-6CC8BD3BFD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122C84-45B8-6CF8-1533-156D3E043596}"/>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8" name="Footer Placeholder 7">
            <a:extLst>
              <a:ext uri="{FF2B5EF4-FFF2-40B4-BE49-F238E27FC236}">
                <a16:creationId xmlns:a16="http://schemas.microsoft.com/office/drawing/2014/main" id="{F609CC5B-55FC-8313-AA2C-18043F01B0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3D4095-471F-11D4-D127-0CEECCD0BAF5}"/>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18231328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CB321-4CA8-B87F-DCAB-9B2F62FA42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4ADD0F-736F-9C4D-DA56-668CD489E87D}"/>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4" name="Footer Placeholder 3">
            <a:extLst>
              <a:ext uri="{FF2B5EF4-FFF2-40B4-BE49-F238E27FC236}">
                <a16:creationId xmlns:a16="http://schemas.microsoft.com/office/drawing/2014/main" id="{A31910B5-54C3-C422-CC49-2ED04BB552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8A56F1-9C92-B4A1-B513-84EB667EDDF4}"/>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2638961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74B949-0CF2-3DD0-5BB0-4F05A3CA8BEB}"/>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3" name="Footer Placeholder 2">
            <a:extLst>
              <a:ext uri="{FF2B5EF4-FFF2-40B4-BE49-F238E27FC236}">
                <a16:creationId xmlns:a16="http://schemas.microsoft.com/office/drawing/2014/main" id="{99FFB6AA-75AA-59E5-3D0E-A5E8D1107E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DF5A8C-ED2B-3288-FDAD-F5A8402A02B0}"/>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36472067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88CCC-16CB-A301-1769-768A71C2FD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CDD72D-8277-8BDC-7595-C773B837FC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96B456-2751-14A9-A844-B41F05E4E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F2BE2B-4E24-6ECD-83F3-34C37D08D375}"/>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6" name="Footer Placeholder 5">
            <a:extLst>
              <a:ext uri="{FF2B5EF4-FFF2-40B4-BE49-F238E27FC236}">
                <a16:creationId xmlns:a16="http://schemas.microsoft.com/office/drawing/2014/main" id="{9A3F0B75-944D-B022-52C5-3463D4D5BD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AB4C09-1459-4416-3C7B-3C14A2B6CA16}"/>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4753135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53E8-50AA-517B-E282-450BF47BBF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7F55D2-7F19-A3B2-CB34-776D7C444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E1F2B0-25A7-B807-970B-3C3B94F4A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47153-06EB-87D5-992C-2EEB7E9346B7}"/>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6" name="Footer Placeholder 5">
            <a:extLst>
              <a:ext uri="{FF2B5EF4-FFF2-40B4-BE49-F238E27FC236}">
                <a16:creationId xmlns:a16="http://schemas.microsoft.com/office/drawing/2014/main" id="{2E10A6BA-0AAE-1387-109D-A2D24C2EC4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38249-80B8-80EE-1E7B-BC56A9384929}"/>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3962133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3FA28-83D6-760E-BDFD-B7D042A0C6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27B402-59D5-07B3-20BD-A60EA6F356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9D658B-C279-1D7E-BC73-22D44300D88F}"/>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5" name="Footer Placeholder 4">
            <a:extLst>
              <a:ext uri="{FF2B5EF4-FFF2-40B4-BE49-F238E27FC236}">
                <a16:creationId xmlns:a16="http://schemas.microsoft.com/office/drawing/2014/main" id="{B58104A9-6183-AF93-7B44-03A42A3A6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07DC4-2AA1-DE48-5023-38CF78F583FB}"/>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3514943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582B10-602D-7E6A-B6B5-B01748C325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E95705-D15B-C699-7A92-D38050D3F8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EDD5F-5F0C-BD3C-FE34-46B4949771FF}"/>
              </a:ext>
            </a:extLst>
          </p:cNvPr>
          <p:cNvSpPr>
            <a:spLocks noGrp="1"/>
          </p:cNvSpPr>
          <p:nvPr>
            <p:ph type="dt" sz="half" idx="10"/>
          </p:nvPr>
        </p:nvSpPr>
        <p:spPr/>
        <p:txBody>
          <a:bodyPr/>
          <a:lstStyle/>
          <a:p>
            <a:fld id="{8E010537-D5FB-9543-90B7-4304C35FB108}" type="datetimeFigureOut">
              <a:rPr lang="en-US" smtClean="0"/>
              <a:t>10/26/25</a:t>
            </a:fld>
            <a:endParaRPr lang="en-US"/>
          </a:p>
        </p:txBody>
      </p:sp>
      <p:sp>
        <p:nvSpPr>
          <p:cNvPr id="5" name="Footer Placeholder 4">
            <a:extLst>
              <a:ext uri="{FF2B5EF4-FFF2-40B4-BE49-F238E27FC236}">
                <a16:creationId xmlns:a16="http://schemas.microsoft.com/office/drawing/2014/main" id="{7E5BD81F-FAA7-2EFC-16B1-C15D217750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65AC7D-F28D-C07C-46A8-DA77928A976F}"/>
              </a:ext>
            </a:extLst>
          </p:cNvPr>
          <p:cNvSpPr>
            <a:spLocks noGrp="1"/>
          </p:cNvSpPr>
          <p:nvPr>
            <p:ph type="sldNum" sz="quarter" idx="12"/>
          </p:nvPr>
        </p:nvSpPr>
        <p:spPr/>
        <p:txBody>
          <a:bodyPr/>
          <a:lstStyle/>
          <a:p>
            <a:fld id="{AA5EDFD0-A126-584F-AA64-10D76388F26E}" type="slidenum">
              <a:rPr lang="en-US" smtClean="0"/>
              <a:t>‹#›</a:t>
            </a:fld>
            <a:endParaRPr lang="en-US"/>
          </a:p>
        </p:txBody>
      </p:sp>
    </p:spTree>
    <p:extLst>
      <p:ext uri="{BB962C8B-B14F-4D97-AF65-F5344CB8AC3E}">
        <p14:creationId xmlns:p14="http://schemas.microsoft.com/office/powerpoint/2010/main" val="386818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10/26/25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33527501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3510FD-0371-FBE1-5CEE-9090414BF1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52E8E0-9BC8-957D-6615-0E4D0ED910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5BA904-C822-7782-1D23-24DA8159B4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010537-D5FB-9543-90B7-4304C35FB108}" type="datetimeFigureOut">
              <a:rPr lang="en-US" smtClean="0"/>
              <a:t>10/26/25</a:t>
            </a:fld>
            <a:endParaRPr lang="en-US"/>
          </a:p>
        </p:txBody>
      </p:sp>
      <p:sp>
        <p:nvSpPr>
          <p:cNvPr id="5" name="Footer Placeholder 4">
            <a:extLst>
              <a:ext uri="{FF2B5EF4-FFF2-40B4-BE49-F238E27FC236}">
                <a16:creationId xmlns:a16="http://schemas.microsoft.com/office/drawing/2014/main" id="{DED70644-4738-250F-1BB0-60C71F1DB6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D284B7-23E3-15A6-BA78-3ECC926E90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5EDFD0-A126-584F-AA64-10D76388F26E}" type="slidenum">
              <a:rPr lang="en-US" smtClean="0"/>
              <a:t>‹#›</a:t>
            </a:fld>
            <a:endParaRPr lang="en-US"/>
          </a:p>
        </p:txBody>
      </p:sp>
    </p:spTree>
    <p:extLst>
      <p:ext uri="{BB962C8B-B14F-4D97-AF65-F5344CB8AC3E}">
        <p14:creationId xmlns:p14="http://schemas.microsoft.com/office/powerpoint/2010/main" val="38139484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newsletter.maartengrootendorst.com/p/a-visual-guide-to-reasoning-llms" TargetMode="External"/><Relationship Id="rId1" Type="http://schemas.openxmlformats.org/officeDocument/2006/relationships/slideLayout" Target="../slideLayouts/slideLayout2.xml"/><Relationship Id="rId4" Type="http://schemas.openxmlformats.org/officeDocument/2006/relationships/hyperlink" Target="https://sebastianraschka.com/blog/2025/understanding-reasoning-llms.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ebastianraschka.com/blog/2025/understanding-reasoning-llms.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newsletter.maartengrootendorst.com/p/a-visual-guide-to-reasoning-llms"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hyperlink" Target="https://cameronrwolfe.substack.com/p/demystifying-reasoning-model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arxiv.org/pdf/2205.11916"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magazine.sebastianraschka.com/p/state-of-llm-reasoning-and-inference-scalin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medium.com/intuitionmachine/comparison-of-large-reasoning-models-lrms-dbc468d10906"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qwenlm.github.io/blog/qwq-32b/" TargetMode="External"/><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 name="Picture 4" descr="Sample being pipetted into a petri dish">
            <a:extLst>
              <a:ext uri="{FF2B5EF4-FFF2-40B4-BE49-F238E27FC236}">
                <a16:creationId xmlns:a16="http://schemas.microsoft.com/office/drawing/2014/main" id="{9C590EBC-C6AC-FDEF-2880-1EA3A4AA5882}"/>
              </a:ext>
            </a:extLst>
          </p:cNvPr>
          <p:cNvPicPr>
            <a:picLocks noChangeAspect="1"/>
          </p:cNvPicPr>
          <p:nvPr/>
        </p:nvPicPr>
        <p:blipFill>
          <a:blip r:embed="rId3"/>
          <a:srcRect l="9091" t="31590"/>
          <a:stretch>
            <a:fillRect/>
          </a:stretch>
        </p:blipFill>
        <p:spPr>
          <a:xfrm>
            <a:off x="20" y="10"/>
            <a:ext cx="12191981" cy="6857990"/>
          </a:xfrm>
          <a:prstGeom prst="rect">
            <a:avLst/>
          </a:prstGeom>
        </p:spPr>
      </p:pic>
      <p:sp>
        <p:nvSpPr>
          <p:cNvPr id="47" name="Rectangle 4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67A63AF-25EC-6DEF-AA2C-C89E9585418B}"/>
              </a:ext>
            </a:extLst>
          </p:cNvPr>
          <p:cNvSpPr>
            <a:spLocks noGrp="1"/>
          </p:cNvSpPr>
          <p:nvPr>
            <p:ph type="ctrTitle"/>
          </p:nvPr>
        </p:nvSpPr>
        <p:spPr>
          <a:xfrm>
            <a:off x="404553" y="3091928"/>
            <a:ext cx="9078562" cy="2387600"/>
          </a:xfrm>
        </p:spPr>
        <p:txBody>
          <a:bodyPr>
            <a:normAutofit/>
          </a:bodyPr>
          <a:lstStyle/>
          <a:p>
            <a:pPr algn="l"/>
            <a:r>
              <a:rPr lang="en-US" sz="4100" dirty="0">
                <a:solidFill>
                  <a:schemeClr val="bg1"/>
                </a:solidFill>
                <a:latin typeface="Georgia" panose="02040502050405020303" pitchFamily="18" charset="0"/>
              </a:rPr>
              <a:t>Open Lab Series on AI in Scientific Discovery and Academic Research: Reasoning Models</a:t>
            </a:r>
          </a:p>
        </p:txBody>
      </p:sp>
      <p:sp>
        <p:nvSpPr>
          <p:cNvPr id="49" name="Rectangle: Rounded Corners 48">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Subtitle 11">
            <a:extLst>
              <a:ext uri="{FF2B5EF4-FFF2-40B4-BE49-F238E27FC236}">
                <a16:creationId xmlns:a16="http://schemas.microsoft.com/office/drawing/2014/main" id="{886CE6E5-9A53-25AA-DC10-A0F88B61CBBD}"/>
              </a:ext>
            </a:extLst>
          </p:cNvPr>
          <p:cNvSpPr>
            <a:spLocks noGrp="1"/>
          </p:cNvSpPr>
          <p:nvPr>
            <p:ph type="subTitle" idx="1"/>
          </p:nvPr>
        </p:nvSpPr>
        <p:spPr>
          <a:xfrm>
            <a:off x="404553" y="5624945"/>
            <a:ext cx="9078562" cy="592975"/>
          </a:xfrm>
        </p:spPr>
        <p:txBody>
          <a:bodyPr anchor="ctr">
            <a:normAutofit/>
          </a:bodyPr>
          <a:lstStyle/>
          <a:p>
            <a:pPr algn="l"/>
            <a:r>
              <a:rPr lang="en-US" dirty="0">
                <a:solidFill>
                  <a:schemeClr val="bg1"/>
                </a:solidFill>
                <a:latin typeface="Georgia" panose="02040502050405020303" pitchFamily="18" charset="0"/>
              </a:rPr>
              <a:t>Namig Abbasov, Data Science Analytics Unit, ASU Library</a:t>
            </a:r>
          </a:p>
        </p:txBody>
      </p:sp>
    </p:spTree>
    <p:extLst>
      <p:ext uri="{BB962C8B-B14F-4D97-AF65-F5344CB8AC3E}">
        <p14:creationId xmlns:p14="http://schemas.microsoft.com/office/powerpoint/2010/main" val="210066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93" name="Picture 92">
            <a:extLst>
              <a:ext uri="{FF2B5EF4-FFF2-40B4-BE49-F238E27FC236}">
                <a16:creationId xmlns:a16="http://schemas.microsoft.com/office/drawing/2014/main" id="{EF149A3A-F1B4-E8CE-864E-E0E512615FD8}"/>
              </a:ext>
            </a:extLst>
          </p:cNvPr>
          <p:cNvPicPr>
            <a:picLocks noChangeAspect="1"/>
          </p:cNvPicPr>
          <p:nvPr/>
        </p:nvPicPr>
        <p:blipFill>
          <a:blip r:embed="rId2">
            <a:alphaModFix amt="35000"/>
          </a:blip>
          <a:srcRect t="7751" b="7980"/>
          <a:stretch>
            <a:fillRect/>
          </a:stretch>
        </p:blipFill>
        <p:spPr>
          <a:xfrm>
            <a:off x="0" y="231237"/>
            <a:ext cx="12191980" cy="6857990"/>
          </a:xfrm>
          <a:prstGeom prst="rect">
            <a:avLst/>
          </a:prstGeom>
        </p:spPr>
      </p:pic>
      <p:sp>
        <p:nvSpPr>
          <p:cNvPr id="2" name="Title 1">
            <a:extLst>
              <a:ext uri="{FF2B5EF4-FFF2-40B4-BE49-F238E27FC236}">
                <a16:creationId xmlns:a16="http://schemas.microsoft.com/office/drawing/2014/main" id="{E85785C6-FB5F-C390-140D-76961A1FD592}"/>
              </a:ext>
            </a:extLst>
          </p:cNvPr>
          <p:cNvSpPr>
            <a:spLocks noGrp="1"/>
          </p:cNvSpPr>
          <p:nvPr>
            <p:ph type="title"/>
          </p:nvPr>
        </p:nvSpPr>
        <p:spPr>
          <a:xfrm>
            <a:off x="838200" y="365125"/>
            <a:ext cx="10515600" cy="1325563"/>
          </a:xfrm>
        </p:spPr>
        <p:txBody>
          <a:bodyPr>
            <a:normAutofit/>
          </a:bodyPr>
          <a:lstStyle/>
          <a:p>
            <a:r>
              <a:rPr lang="en-US">
                <a:solidFill>
                  <a:srgbClr val="FFFFFF"/>
                </a:solidFill>
                <a:latin typeface="Georgia" panose="02040502050405020303" pitchFamily="18" charset="0"/>
              </a:rPr>
              <a:t>Open Lab Series Schedule </a:t>
            </a:r>
          </a:p>
        </p:txBody>
      </p:sp>
      <p:graphicFrame>
        <p:nvGraphicFramePr>
          <p:cNvPr id="92" name="Content Placeholder 2">
            <a:extLst>
              <a:ext uri="{FF2B5EF4-FFF2-40B4-BE49-F238E27FC236}">
                <a16:creationId xmlns:a16="http://schemas.microsoft.com/office/drawing/2014/main" id="{02A73165-C643-382A-B479-4724CEAB2C77}"/>
              </a:ext>
            </a:extLst>
          </p:cNvPr>
          <p:cNvGraphicFramePr/>
          <p:nvPr>
            <p:extLst>
              <p:ext uri="{D42A27DB-BD31-4B8C-83A1-F6EECF244321}">
                <p14:modId xmlns:p14="http://schemas.microsoft.com/office/powerpoint/2010/main" val="26624240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878428"/>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B12E9E-0882-B45B-2DE2-471784891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BC4CB1-3784-9522-B277-910BD45A9B8F}"/>
              </a:ext>
            </a:extLst>
          </p:cNvPr>
          <p:cNvSpPr>
            <a:spLocks noGrp="1"/>
          </p:cNvSpPr>
          <p:nvPr>
            <p:ph type="title"/>
          </p:nvPr>
        </p:nvSpPr>
        <p:spPr>
          <a:xfrm>
            <a:off x="625147" y="569627"/>
            <a:ext cx="7382605" cy="2859373"/>
          </a:xfrm>
        </p:spPr>
        <p:txBody>
          <a:bodyPr vert="horz" lIns="91440" tIns="45720" rIns="91440" bIns="45720" rtlCol="0" anchor="b">
            <a:normAutofit/>
          </a:bodyPr>
          <a:lstStyle/>
          <a:p>
            <a:r>
              <a:rPr lang="en-US" sz="7200" dirty="0"/>
              <a:t>Share in Chat </a:t>
            </a:r>
          </a:p>
        </p:txBody>
      </p:sp>
      <p:sp>
        <p:nvSpPr>
          <p:cNvPr id="3" name="Content Placeholder 2">
            <a:extLst>
              <a:ext uri="{FF2B5EF4-FFF2-40B4-BE49-F238E27FC236}">
                <a16:creationId xmlns:a16="http://schemas.microsoft.com/office/drawing/2014/main" id="{40E8B03F-A252-E10F-998B-9B2F3DA02FDF}"/>
              </a:ext>
            </a:extLst>
          </p:cNvPr>
          <p:cNvSpPr>
            <a:spLocks noGrp="1"/>
          </p:cNvSpPr>
          <p:nvPr>
            <p:ph idx="1"/>
          </p:nvPr>
        </p:nvSpPr>
        <p:spPr>
          <a:xfrm>
            <a:off x="763200" y="3788229"/>
            <a:ext cx="7825629" cy="2309959"/>
          </a:xfrm>
        </p:spPr>
        <p:txBody>
          <a:bodyPr vert="horz" lIns="91440" tIns="45720" rIns="91440" bIns="45720" rtlCol="0">
            <a:normAutofit/>
          </a:bodyPr>
          <a:lstStyle/>
          <a:p>
            <a:pPr marL="0" indent="0">
              <a:buNone/>
            </a:pPr>
            <a:r>
              <a:rPr lang="en-US" sz="2400" dirty="0"/>
              <a:t>Which AI tools are you currently using, and which do you find most useful? Are there any general or specialized AI tools you’d like us to cover in future sessions?</a:t>
            </a:r>
          </a:p>
        </p:txBody>
      </p:sp>
    </p:spTree>
    <p:extLst>
      <p:ext uri="{BB962C8B-B14F-4D97-AF65-F5344CB8AC3E}">
        <p14:creationId xmlns:p14="http://schemas.microsoft.com/office/powerpoint/2010/main" val="4270814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88D045-054C-45FD-787F-5D3AF1F8045A}"/>
              </a:ext>
            </a:extLst>
          </p:cNvPr>
          <p:cNvSpPr>
            <a:spLocks noGrp="1"/>
          </p:cNvSpPr>
          <p:nvPr>
            <p:ph type="title"/>
          </p:nvPr>
        </p:nvSpPr>
        <p:spPr>
          <a:xfrm>
            <a:off x="1524000" y="548640"/>
            <a:ext cx="9160475" cy="1132258"/>
          </a:xfrm>
        </p:spPr>
        <p:txBody>
          <a:bodyPr anchor="ctr">
            <a:normAutofit/>
          </a:bodyPr>
          <a:lstStyle/>
          <a:p>
            <a:pPr algn="ctr"/>
            <a:r>
              <a:rPr lang="en-US" dirty="0"/>
              <a:t>Outline </a:t>
            </a:r>
            <a:endParaRPr lang="en-US"/>
          </a:p>
        </p:txBody>
      </p:sp>
      <p:graphicFrame>
        <p:nvGraphicFramePr>
          <p:cNvPr id="5" name="Content Placeholder 2">
            <a:extLst>
              <a:ext uri="{FF2B5EF4-FFF2-40B4-BE49-F238E27FC236}">
                <a16:creationId xmlns:a16="http://schemas.microsoft.com/office/drawing/2014/main" id="{7BDD5178-0ACB-C4BD-AB26-E0CD7D78DA55}"/>
              </a:ext>
            </a:extLst>
          </p:cNvPr>
          <p:cNvGraphicFramePr>
            <a:graphicFrameLocks noGrp="1"/>
          </p:cNvGraphicFramePr>
          <p:nvPr>
            <p:ph idx="1"/>
            <p:extLst>
              <p:ext uri="{D42A27DB-BD31-4B8C-83A1-F6EECF244321}">
                <p14:modId xmlns:p14="http://schemas.microsoft.com/office/powerpoint/2010/main" val="1954590678"/>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7238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B1AD-4F8E-D9B6-BC74-804A4E3D6A55}"/>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mj-lt"/>
                <a:ea typeface="+mj-ea"/>
                <a:cs typeface="+mj-cs"/>
                <a:hlinkClick r:id="rId2"/>
              </a:rPr>
              <a:t>Defining Reasoning Models</a:t>
            </a:r>
            <a:endParaRPr lang="en-US" sz="2600" kern="1200" dirty="0">
              <a:solidFill>
                <a:srgbClr val="FFFFFF"/>
              </a:solidFill>
              <a:latin typeface="+mj-lt"/>
              <a:ea typeface="+mj-ea"/>
              <a:cs typeface="+mj-cs"/>
            </a:endParaRPr>
          </a:p>
        </p:txBody>
      </p:sp>
      <p:pic>
        <p:nvPicPr>
          <p:cNvPr id="16386" name="Picture 2">
            <a:extLst>
              <a:ext uri="{FF2B5EF4-FFF2-40B4-BE49-F238E27FC236}">
                <a16:creationId xmlns:a16="http://schemas.microsoft.com/office/drawing/2014/main" id="{A784365B-1BCA-3FA2-0D88-65A928D970F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038600" y="1145052"/>
            <a:ext cx="7188199" cy="4564506"/>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32CAF8D5-5232-2613-31B9-55395B233E27}"/>
              </a:ext>
            </a:extLst>
          </p:cNvPr>
          <p:cNvSpPr txBox="1">
            <a:spLocks/>
          </p:cNvSpPr>
          <p:nvPr/>
        </p:nvSpPr>
        <p:spPr>
          <a:xfrm>
            <a:off x="1578430" y="4999688"/>
            <a:ext cx="5834742" cy="16156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dirty="0"/>
              <a:t>“</a:t>
            </a:r>
            <a:r>
              <a:rPr lang="en-US" sz="2600" i="1" dirty="0"/>
              <a:t>process of answering questions that require complex, multi-step generation with intermediate steps</a:t>
            </a:r>
            <a:r>
              <a:rPr lang="en-US" sz="2600" dirty="0"/>
              <a:t>”(</a:t>
            </a:r>
            <a:r>
              <a:rPr lang="en-US" sz="2600" dirty="0">
                <a:hlinkClick r:id="rId4"/>
              </a:rPr>
              <a:t>Raschka 2025</a:t>
            </a:r>
            <a:r>
              <a:rPr lang="en-US" sz="2600" dirty="0"/>
              <a:t>)</a:t>
            </a:r>
          </a:p>
        </p:txBody>
      </p:sp>
    </p:spTree>
    <p:extLst>
      <p:ext uri="{BB962C8B-B14F-4D97-AF65-F5344CB8AC3E}">
        <p14:creationId xmlns:p14="http://schemas.microsoft.com/office/powerpoint/2010/main" val="1464858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AB51F4-49AD-93AE-BA03-3A36477B3AE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mj-lt"/>
                <a:ea typeface="+mj-ea"/>
                <a:cs typeface="+mj-cs"/>
                <a:hlinkClick r:id="rId2"/>
              </a:rPr>
              <a:t>Regular LLM vs Reasoning LLM</a:t>
            </a:r>
            <a:r>
              <a:rPr lang="en-US" sz="2600" kern="1200" dirty="0">
                <a:solidFill>
                  <a:srgbClr val="FFFFFF"/>
                </a:solidFill>
                <a:latin typeface="+mj-lt"/>
                <a:ea typeface="+mj-ea"/>
                <a:cs typeface="+mj-cs"/>
              </a:rPr>
              <a:t> </a:t>
            </a:r>
          </a:p>
        </p:txBody>
      </p:sp>
      <p:pic>
        <p:nvPicPr>
          <p:cNvPr id="2054" name="Picture 6" descr="img">
            <a:extLst>
              <a:ext uri="{FF2B5EF4-FFF2-40B4-BE49-F238E27FC236}">
                <a16:creationId xmlns:a16="http://schemas.microsoft.com/office/drawing/2014/main" id="{EAC801E1-6954-EB83-ADF4-237D92A1145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21578" y="1011383"/>
            <a:ext cx="8637850" cy="4966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867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80F912-10EC-E3A1-D0CB-69895DD31AF6}"/>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sz="3300"/>
              <a:t>Intermediate Steps in Reasoning Models</a:t>
            </a:r>
          </a:p>
        </p:txBody>
      </p:sp>
      <p:pic>
        <p:nvPicPr>
          <p:cNvPr id="3074" name="Picture 2" descr="img">
            <a:extLst>
              <a:ext uri="{FF2B5EF4-FFF2-40B4-BE49-F238E27FC236}">
                <a16:creationId xmlns:a16="http://schemas.microsoft.com/office/drawing/2014/main" id="{5BE75A86-C4BE-AB6A-D12A-F0A13182C7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2291" r="1" b="3679"/>
          <a:stretch>
            <a:fillRect/>
          </a:stretch>
        </p:blipFill>
        <p:spPr bwMode="auto">
          <a:xfrm>
            <a:off x="166994" y="1378634"/>
            <a:ext cx="11996469" cy="5317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603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1D358-2F87-94A9-0D08-D54DA9593E63}"/>
              </a:ext>
            </a:extLst>
          </p:cNvPr>
          <p:cNvSpPr>
            <a:spLocks noGrp="1"/>
          </p:cNvSpPr>
          <p:nvPr>
            <p:ph type="title"/>
          </p:nvPr>
        </p:nvSpPr>
        <p:spPr>
          <a:xfrm>
            <a:off x="838200" y="365125"/>
            <a:ext cx="10515600" cy="1261969"/>
          </a:xfrm>
        </p:spPr>
        <p:txBody>
          <a:bodyPr vert="horz" lIns="91440" tIns="45720" rIns="91440" bIns="45720" rtlCol="0" anchor="ctr">
            <a:normAutofit fontScale="90000"/>
          </a:bodyPr>
          <a:lstStyle/>
          <a:p>
            <a:pPr algn="ctr"/>
            <a:r>
              <a:rPr lang="en-US" sz="5200" kern="1200">
                <a:solidFill>
                  <a:schemeClr val="tx1"/>
                </a:solidFill>
                <a:latin typeface="+mj-lt"/>
                <a:ea typeface="+mj-ea"/>
                <a:cs typeface="+mj-cs"/>
                <a:hlinkClick r:id="rId2"/>
              </a:rPr>
              <a:t>Why Reasoning Models Use More Tokens</a:t>
            </a:r>
            <a:endParaRPr lang="en-US" sz="5200" kern="1200" dirty="0">
              <a:solidFill>
                <a:schemeClr val="tx1"/>
              </a:solidFill>
              <a:latin typeface="+mj-lt"/>
              <a:ea typeface="+mj-ea"/>
              <a:cs typeface="+mj-cs"/>
            </a:endParaRPr>
          </a:p>
        </p:txBody>
      </p:sp>
      <p:pic>
        <p:nvPicPr>
          <p:cNvPr id="17410" name="Picture 2" descr="A screenshot of a computer&#10;&#10;AI-generated content may be incorrect.">
            <a:extLst>
              <a:ext uri="{FF2B5EF4-FFF2-40B4-BE49-F238E27FC236}">
                <a16:creationId xmlns:a16="http://schemas.microsoft.com/office/drawing/2014/main" id="{F2325541-32CC-443F-23C3-CABE66D0BE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6465" b="2"/>
          <a:stretch>
            <a:fillRect/>
          </a:stretch>
        </p:blipFill>
        <p:spPr bwMode="auto">
          <a:xfrm>
            <a:off x="198741" y="2410448"/>
            <a:ext cx="5803323" cy="3890357"/>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A diagram of a computer language model&#10;&#10;AI-generated content may be incorrect.">
            <a:extLst>
              <a:ext uri="{FF2B5EF4-FFF2-40B4-BE49-F238E27FC236}">
                <a16:creationId xmlns:a16="http://schemas.microsoft.com/office/drawing/2014/main" id="{89D5B8F6-BD31-F2E1-04BB-8FF8C0F1E2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233" r="-2" b="-2"/>
          <a:stretch>
            <a:fillRect/>
          </a:stretch>
        </p:blipFill>
        <p:spPr bwMode="auto">
          <a:xfrm>
            <a:off x="6189934" y="2410448"/>
            <a:ext cx="5803323" cy="3890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098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50828-9E3B-3FB3-6813-AF8F7D5C813F}"/>
              </a:ext>
            </a:extLst>
          </p:cNvPr>
          <p:cNvSpPr>
            <a:spLocks noGrp="1"/>
          </p:cNvSpPr>
          <p:nvPr>
            <p:ph type="title"/>
          </p:nvPr>
        </p:nvSpPr>
        <p:spPr>
          <a:xfrm>
            <a:off x="556532" y="643467"/>
            <a:ext cx="11210925" cy="744836"/>
          </a:xfrm>
        </p:spPr>
        <p:txBody>
          <a:bodyPr vert="horz" lIns="91440" tIns="45720" rIns="91440" bIns="45720" rtlCol="0" anchor="ctr">
            <a:normAutofit fontScale="90000"/>
          </a:bodyPr>
          <a:lstStyle/>
          <a:p>
            <a:pPr algn="ctr"/>
            <a:r>
              <a:rPr lang="en-US" sz="3200" kern="1200" dirty="0">
                <a:solidFill>
                  <a:schemeClr val="bg1"/>
                </a:solidFill>
                <a:latin typeface="+mj-lt"/>
                <a:ea typeface="+mj-ea"/>
                <a:cs typeface="+mj-cs"/>
                <a:hlinkClick r:id="rId3"/>
              </a:rPr>
              <a:t>How Reasoning Models Built: Reminder of LLM Development Stages </a:t>
            </a:r>
            <a:endParaRPr lang="en-US" sz="3200" kern="1200" dirty="0">
              <a:solidFill>
                <a:schemeClr val="bg1"/>
              </a:solidFill>
              <a:latin typeface="+mj-lt"/>
              <a:ea typeface="+mj-ea"/>
              <a:cs typeface="+mj-cs"/>
            </a:endParaRPr>
          </a:p>
        </p:txBody>
      </p:sp>
      <p:pic>
        <p:nvPicPr>
          <p:cNvPr id="8194" name="Picture 2">
            <a:extLst>
              <a:ext uri="{FF2B5EF4-FFF2-40B4-BE49-F238E27FC236}">
                <a16:creationId xmlns:a16="http://schemas.microsoft.com/office/drawing/2014/main" id="{86E88C3F-3BE6-0753-FFD1-724CF85A3AC6}"/>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110046" y="1911928"/>
            <a:ext cx="12014321" cy="39346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5D31244-2568-E47C-3CAC-9DE153441817}"/>
              </a:ext>
            </a:extLst>
          </p:cNvPr>
          <p:cNvSpPr txBox="1"/>
          <p:nvPr/>
        </p:nvSpPr>
        <p:spPr>
          <a:xfrm>
            <a:off x="847165" y="5584371"/>
            <a:ext cx="1863377" cy="369332"/>
          </a:xfrm>
          <a:prstGeom prst="rect">
            <a:avLst/>
          </a:prstGeom>
          <a:noFill/>
        </p:spPr>
        <p:txBody>
          <a:bodyPr wrap="square" rtlCol="0">
            <a:spAutoFit/>
          </a:bodyPr>
          <a:lstStyle/>
          <a:p>
            <a:r>
              <a:rPr lang="en-US" dirty="0">
                <a:hlinkClick r:id="rId3"/>
              </a:rPr>
              <a:t>Wolfe 2025 </a:t>
            </a:r>
            <a:endParaRPr lang="en-US" dirty="0"/>
          </a:p>
        </p:txBody>
      </p:sp>
    </p:spTree>
    <p:extLst>
      <p:ext uri="{BB962C8B-B14F-4D97-AF65-F5344CB8AC3E}">
        <p14:creationId xmlns:p14="http://schemas.microsoft.com/office/powerpoint/2010/main" val="401629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4FA29BB9-D739-E47E-BF7B-9F7561E4F379}"/>
              </a:ext>
            </a:extLst>
          </p:cNvPr>
          <p:cNvSpPr>
            <a:spLocks noGrp="1"/>
          </p:cNvSpPr>
          <p:nvPr>
            <p:ph type="title"/>
          </p:nvPr>
        </p:nvSpPr>
        <p:spPr>
          <a:xfrm>
            <a:off x="838200" y="388308"/>
            <a:ext cx="5499970" cy="1021424"/>
          </a:xfrm>
        </p:spPr>
        <p:txBody>
          <a:bodyPr anchor="b">
            <a:normAutofit/>
          </a:bodyPr>
          <a:lstStyle/>
          <a:p>
            <a:pPr algn="r"/>
            <a:r>
              <a:rPr lang="en-US" sz="3100">
                <a:solidFill>
                  <a:schemeClr val="bg1"/>
                </a:solidFill>
              </a:rPr>
              <a:t>Pre-training with Self-Supervised </a:t>
            </a:r>
          </a:p>
        </p:txBody>
      </p:sp>
      <p:cxnSp>
        <p:nvCxnSpPr>
          <p:cNvPr id="54" name="Straight Connector 5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AE673B57-B49A-7C5B-3FC6-5FAAF4F54CDB}"/>
              </a:ext>
            </a:extLst>
          </p:cNvPr>
          <p:cNvGraphicFramePr>
            <a:graphicFrameLocks noGrp="1"/>
          </p:cNvGraphicFramePr>
          <p:nvPr>
            <p:ph idx="1"/>
            <p:extLst>
              <p:ext uri="{D42A27DB-BD31-4B8C-83A1-F6EECF244321}">
                <p14:modId xmlns:p14="http://schemas.microsoft.com/office/powerpoint/2010/main" val="1742682406"/>
              </p:ext>
            </p:extLst>
          </p:nvPr>
        </p:nvGraphicFramePr>
        <p:xfrm>
          <a:off x="1392238" y="1689311"/>
          <a:ext cx="9407526" cy="4228680"/>
        </p:xfrm>
        <a:graphic>
          <a:graphicData uri="http://schemas.openxmlformats.org/drawingml/2006/table">
            <a:tbl>
              <a:tblPr/>
              <a:tblGrid>
                <a:gridCol w="6239679">
                  <a:extLst>
                    <a:ext uri="{9D8B030D-6E8A-4147-A177-3AD203B41FA5}">
                      <a16:colId xmlns:a16="http://schemas.microsoft.com/office/drawing/2014/main" val="1833709128"/>
                    </a:ext>
                  </a:extLst>
                </a:gridCol>
                <a:gridCol w="3167847">
                  <a:extLst>
                    <a:ext uri="{9D8B030D-6E8A-4147-A177-3AD203B41FA5}">
                      <a16:colId xmlns:a16="http://schemas.microsoft.com/office/drawing/2014/main" val="1704378482"/>
                    </a:ext>
                  </a:extLst>
                </a:gridCol>
              </a:tblGrid>
              <a:tr h="549295">
                <a:tc>
                  <a:txBody>
                    <a:bodyPr/>
                    <a:lstStyle/>
                    <a:p>
                      <a:pPr algn="l" fontAlgn="ctr">
                        <a:buNone/>
                      </a:pPr>
                      <a:r>
                        <a:rPr lang="en-US" sz="2500" b="0" i="0" u="sng" strike="noStrike" dirty="0">
                          <a:solidFill>
                            <a:schemeClr val="bg1"/>
                          </a:solidFill>
                          <a:effectLst/>
                          <a:highlight>
                            <a:srgbClr val="FF00FF"/>
                          </a:highlight>
                          <a:latin typeface="Arial" panose="020B0604020202020204" pitchFamily="34" charset="0"/>
                        </a:rPr>
                        <a:t>Input</a:t>
                      </a:r>
                    </a:p>
                  </a:txBody>
                  <a:tcPr marL="128853" marR="128853" marT="64426" marB="64426" anchor="ctr">
                    <a:lnL>
                      <a:noFill/>
                    </a:lnL>
                    <a:lnR>
                      <a:noFill/>
                    </a:lnR>
                    <a:lnT>
                      <a:noFill/>
                    </a:lnT>
                    <a:lnB>
                      <a:noFill/>
                    </a:lnB>
                    <a:noFill/>
                  </a:tcPr>
                </a:tc>
                <a:tc>
                  <a:txBody>
                    <a:bodyPr/>
                    <a:lstStyle/>
                    <a:p>
                      <a:pPr algn="l" fontAlgn="ctr">
                        <a:buNone/>
                      </a:pPr>
                      <a:r>
                        <a:rPr lang="en-US" sz="2500" b="0" i="0" u="none" strike="noStrike" dirty="0">
                          <a:solidFill>
                            <a:schemeClr val="bg1"/>
                          </a:solidFill>
                          <a:effectLst/>
                          <a:highlight>
                            <a:srgbClr val="FF00FF"/>
                          </a:highlight>
                          <a:latin typeface="Arial" panose="020B0604020202020204" pitchFamily="34" charset="0"/>
                        </a:rPr>
                        <a:t>Target (next token)</a:t>
                      </a:r>
                    </a:p>
                  </a:txBody>
                  <a:tcPr marL="128853" marR="128853" marT="64426" marB="64426" anchor="ctr">
                    <a:lnL>
                      <a:noFill/>
                    </a:lnL>
                    <a:lnR>
                      <a:noFill/>
                    </a:lnR>
                    <a:lnT>
                      <a:noFill/>
                    </a:lnT>
                    <a:lnB>
                      <a:noFill/>
                    </a:lnB>
                    <a:noFill/>
                  </a:tcPr>
                </a:tc>
                <a:extLst>
                  <a:ext uri="{0D108BD9-81ED-4DB2-BD59-A6C34878D82A}">
                    <a16:rowId xmlns:a16="http://schemas.microsoft.com/office/drawing/2014/main" val="1479252180"/>
                  </a:ext>
                </a:extLst>
              </a:tr>
              <a:tr h="549295">
                <a:tc>
                  <a:txBody>
                    <a:bodyPr/>
                    <a:lstStyle/>
                    <a:p>
                      <a:pPr algn="l" fontAlgn="ctr">
                        <a:buNone/>
                      </a:pPr>
                      <a:r>
                        <a:rPr lang="en-US" sz="2500" b="0" i="0" u="none" strike="noStrike" dirty="0">
                          <a:solidFill>
                            <a:schemeClr val="bg1"/>
                          </a:solidFill>
                          <a:effectLst/>
                          <a:latin typeface="Arial" panose="020B0604020202020204" pitchFamily="34" charset="0"/>
                        </a:rPr>
                        <a:t>“Artificial”</a:t>
                      </a:r>
                    </a:p>
                  </a:txBody>
                  <a:tcPr marL="128853" marR="128853" marT="64426" marB="64426" anchor="ctr">
                    <a:lnL>
                      <a:noFill/>
                    </a:lnL>
                    <a:lnR>
                      <a:noFill/>
                    </a:lnR>
                    <a:lnT>
                      <a:noFill/>
                    </a:lnT>
                    <a:lnB>
                      <a:noFill/>
                    </a:lnB>
                    <a:noFill/>
                  </a:tcPr>
                </a:tc>
                <a:tc>
                  <a:txBody>
                    <a:bodyPr/>
                    <a:lstStyle/>
                    <a:p>
                      <a:pPr algn="l" fontAlgn="ctr">
                        <a:buNone/>
                      </a:pPr>
                      <a:r>
                        <a:rPr lang="en-US" sz="2500" b="0" i="0" u="none" strike="noStrike">
                          <a:solidFill>
                            <a:schemeClr val="bg1"/>
                          </a:solidFill>
                          <a:effectLst/>
                          <a:latin typeface="Arial" panose="020B0604020202020204" pitchFamily="34" charset="0"/>
                        </a:rPr>
                        <a:t>“intelligence”</a:t>
                      </a:r>
                    </a:p>
                  </a:txBody>
                  <a:tcPr marL="128853" marR="128853" marT="64426" marB="64426" anchor="ctr">
                    <a:lnL>
                      <a:noFill/>
                    </a:lnL>
                    <a:lnR>
                      <a:noFill/>
                    </a:lnR>
                    <a:lnT>
                      <a:noFill/>
                    </a:lnT>
                    <a:lnB>
                      <a:noFill/>
                    </a:lnB>
                    <a:noFill/>
                  </a:tcPr>
                </a:tc>
                <a:extLst>
                  <a:ext uri="{0D108BD9-81ED-4DB2-BD59-A6C34878D82A}">
                    <a16:rowId xmlns:a16="http://schemas.microsoft.com/office/drawing/2014/main" val="1472226733"/>
                  </a:ext>
                </a:extLst>
              </a:tr>
              <a:tr h="549295">
                <a:tc>
                  <a:txBody>
                    <a:bodyPr/>
                    <a:lstStyle/>
                    <a:p>
                      <a:pPr algn="l" fontAlgn="ctr">
                        <a:buNone/>
                      </a:pPr>
                      <a:r>
                        <a:rPr lang="en-US" sz="2500" b="0" i="0" u="none" strike="noStrike">
                          <a:solidFill>
                            <a:schemeClr val="bg1"/>
                          </a:solidFill>
                          <a:effectLst/>
                          <a:latin typeface="Arial" panose="020B0604020202020204" pitchFamily="34" charset="0"/>
                        </a:rPr>
                        <a:t>“Artificial intelligence”</a:t>
                      </a:r>
                    </a:p>
                  </a:txBody>
                  <a:tcPr marL="128853" marR="128853" marT="64426" marB="64426" anchor="ctr">
                    <a:lnL>
                      <a:noFill/>
                    </a:lnL>
                    <a:lnR>
                      <a:noFill/>
                    </a:lnR>
                    <a:lnT>
                      <a:noFill/>
                    </a:lnT>
                    <a:lnB>
                      <a:noFill/>
                    </a:lnB>
                    <a:noFill/>
                  </a:tcPr>
                </a:tc>
                <a:tc>
                  <a:txBody>
                    <a:bodyPr/>
                    <a:lstStyle/>
                    <a:p>
                      <a:pPr algn="l" fontAlgn="ctr">
                        <a:buNone/>
                      </a:pPr>
                      <a:r>
                        <a:rPr lang="en-US" sz="2500" b="0" i="0" u="none" strike="noStrike">
                          <a:solidFill>
                            <a:schemeClr val="bg1"/>
                          </a:solidFill>
                          <a:effectLst/>
                          <a:latin typeface="Arial" panose="020B0604020202020204" pitchFamily="34" charset="0"/>
                        </a:rPr>
                        <a:t>“is”</a:t>
                      </a:r>
                    </a:p>
                  </a:txBody>
                  <a:tcPr marL="128853" marR="128853" marT="64426" marB="64426" anchor="ctr">
                    <a:lnL>
                      <a:noFill/>
                    </a:lnL>
                    <a:lnR>
                      <a:noFill/>
                    </a:lnR>
                    <a:lnT>
                      <a:noFill/>
                    </a:lnT>
                    <a:lnB>
                      <a:noFill/>
                    </a:lnB>
                    <a:noFill/>
                  </a:tcPr>
                </a:tc>
                <a:extLst>
                  <a:ext uri="{0D108BD9-81ED-4DB2-BD59-A6C34878D82A}">
                    <a16:rowId xmlns:a16="http://schemas.microsoft.com/office/drawing/2014/main" val="3958401739"/>
                  </a:ext>
                </a:extLst>
              </a:tr>
              <a:tr h="549295">
                <a:tc>
                  <a:txBody>
                    <a:bodyPr/>
                    <a:lstStyle/>
                    <a:p>
                      <a:pPr algn="l" fontAlgn="ctr">
                        <a:buNone/>
                      </a:pPr>
                      <a:r>
                        <a:rPr lang="en-US" sz="2500" b="0" i="0" u="none" strike="noStrike">
                          <a:solidFill>
                            <a:schemeClr val="bg1"/>
                          </a:solidFill>
                          <a:effectLst/>
                          <a:latin typeface="Arial" panose="020B0604020202020204" pitchFamily="34" charset="0"/>
                        </a:rPr>
                        <a:t>“Artificial intelligence is”</a:t>
                      </a:r>
                    </a:p>
                  </a:txBody>
                  <a:tcPr marL="128853" marR="128853" marT="64426" marB="64426" anchor="ctr">
                    <a:lnL>
                      <a:noFill/>
                    </a:lnL>
                    <a:lnR>
                      <a:noFill/>
                    </a:lnR>
                    <a:lnT>
                      <a:noFill/>
                    </a:lnT>
                    <a:lnB>
                      <a:noFill/>
                    </a:lnB>
                    <a:noFill/>
                  </a:tcPr>
                </a:tc>
                <a:tc>
                  <a:txBody>
                    <a:bodyPr/>
                    <a:lstStyle/>
                    <a:p>
                      <a:pPr algn="l" fontAlgn="ctr">
                        <a:buNone/>
                      </a:pPr>
                      <a:r>
                        <a:rPr lang="en-US" sz="2500" b="0" i="0" u="none" strike="noStrike">
                          <a:solidFill>
                            <a:schemeClr val="bg1"/>
                          </a:solidFill>
                          <a:effectLst/>
                          <a:latin typeface="Arial" panose="020B0604020202020204" pitchFamily="34" charset="0"/>
                        </a:rPr>
                        <a:t>“transforming”</a:t>
                      </a:r>
                    </a:p>
                  </a:txBody>
                  <a:tcPr marL="128853" marR="128853" marT="64426" marB="64426" anchor="ctr">
                    <a:lnL>
                      <a:noFill/>
                    </a:lnL>
                    <a:lnR>
                      <a:noFill/>
                    </a:lnR>
                    <a:lnT>
                      <a:noFill/>
                    </a:lnT>
                    <a:lnB>
                      <a:noFill/>
                    </a:lnB>
                    <a:noFill/>
                  </a:tcPr>
                </a:tc>
                <a:extLst>
                  <a:ext uri="{0D108BD9-81ED-4DB2-BD59-A6C34878D82A}">
                    <a16:rowId xmlns:a16="http://schemas.microsoft.com/office/drawing/2014/main" val="1904003652"/>
                  </a:ext>
                </a:extLst>
              </a:tr>
              <a:tr h="549295">
                <a:tc>
                  <a:txBody>
                    <a:bodyPr/>
                    <a:lstStyle/>
                    <a:p>
                      <a:pPr algn="l" fontAlgn="ctr">
                        <a:buNone/>
                      </a:pPr>
                      <a:r>
                        <a:rPr lang="en-US" sz="2500" b="0" i="0" u="none" strike="noStrike" dirty="0">
                          <a:solidFill>
                            <a:schemeClr val="bg1"/>
                          </a:solidFill>
                          <a:effectLst/>
                          <a:latin typeface="Arial" panose="020B0604020202020204" pitchFamily="34" charset="0"/>
                        </a:rPr>
                        <a:t>“Artificial intelligence is transforming”</a:t>
                      </a:r>
                    </a:p>
                  </a:txBody>
                  <a:tcPr marL="128853" marR="128853" marT="64426" marB="64426" anchor="ctr">
                    <a:lnL>
                      <a:noFill/>
                    </a:lnL>
                    <a:lnR>
                      <a:noFill/>
                    </a:lnR>
                    <a:lnT>
                      <a:noFill/>
                    </a:lnT>
                    <a:lnB>
                      <a:noFill/>
                    </a:lnB>
                    <a:noFill/>
                  </a:tcPr>
                </a:tc>
                <a:tc>
                  <a:txBody>
                    <a:bodyPr/>
                    <a:lstStyle/>
                    <a:p>
                      <a:pPr algn="l" fontAlgn="ctr">
                        <a:buNone/>
                      </a:pPr>
                      <a:r>
                        <a:rPr lang="en-US" sz="2500" b="0" i="0" u="none" strike="noStrike">
                          <a:solidFill>
                            <a:schemeClr val="bg1"/>
                          </a:solidFill>
                          <a:effectLst/>
                          <a:latin typeface="Arial" panose="020B0604020202020204" pitchFamily="34" charset="0"/>
                        </a:rPr>
                        <a:t>“the”</a:t>
                      </a:r>
                    </a:p>
                  </a:txBody>
                  <a:tcPr marL="128853" marR="128853" marT="64426" marB="64426" anchor="ctr">
                    <a:lnL>
                      <a:noFill/>
                    </a:lnL>
                    <a:lnR>
                      <a:noFill/>
                    </a:lnR>
                    <a:lnT>
                      <a:noFill/>
                    </a:lnT>
                    <a:lnB>
                      <a:noFill/>
                    </a:lnB>
                    <a:noFill/>
                  </a:tcPr>
                </a:tc>
                <a:extLst>
                  <a:ext uri="{0D108BD9-81ED-4DB2-BD59-A6C34878D82A}">
                    <a16:rowId xmlns:a16="http://schemas.microsoft.com/office/drawing/2014/main" val="2145907778"/>
                  </a:ext>
                </a:extLst>
              </a:tr>
              <a:tr h="549295">
                <a:tc>
                  <a:txBody>
                    <a:bodyPr/>
                    <a:lstStyle/>
                    <a:p>
                      <a:pPr algn="l" fontAlgn="ctr">
                        <a:buNone/>
                      </a:pPr>
                      <a:r>
                        <a:rPr lang="en-US" sz="2500" b="0" i="0" u="none" strike="noStrike">
                          <a:solidFill>
                            <a:schemeClr val="bg1"/>
                          </a:solidFill>
                          <a:effectLst/>
                          <a:latin typeface="Arial" panose="020B0604020202020204" pitchFamily="34" charset="0"/>
                        </a:rPr>
                        <a:t>“Artificial intelligence is transforming the”</a:t>
                      </a:r>
                    </a:p>
                  </a:txBody>
                  <a:tcPr marL="128853" marR="128853" marT="64426" marB="64426" anchor="ctr">
                    <a:lnL>
                      <a:noFill/>
                    </a:lnL>
                    <a:lnR>
                      <a:noFill/>
                    </a:lnR>
                    <a:lnT>
                      <a:noFill/>
                    </a:lnT>
                    <a:lnB>
                      <a:noFill/>
                    </a:lnB>
                    <a:noFill/>
                  </a:tcPr>
                </a:tc>
                <a:tc>
                  <a:txBody>
                    <a:bodyPr/>
                    <a:lstStyle/>
                    <a:p>
                      <a:pPr algn="l" fontAlgn="ctr">
                        <a:buNone/>
                      </a:pPr>
                      <a:r>
                        <a:rPr lang="en-US" sz="2500" b="0" i="0" u="none" strike="noStrike">
                          <a:solidFill>
                            <a:schemeClr val="bg1"/>
                          </a:solidFill>
                          <a:effectLst/>
                          <a:latin typeface="Arial" panose="020B0604020202020204" pitchFamily="34" charset="0"/>
                        </a:rPr>
                        <a:t>“world”</a:t>
                      </a:r>
                    </a:p>
                  </a:txBody>
                  <a:tcPr marL="128853" marR="128853" marT="64426" marB="64426" anchor="ctr">
                    <a:lnL>
                      <a:noFill/>
                    </a:lnL>
                    <a:lnR>
                      <a:noFill/>
                    </a:lnR>
                    <a:lnT>
                      <a:noFill/>
                    </a:lnT>
                    <a:lnB>
                      <a:noFill/>
                    </a:lnB>
                    <a:noFill/>
                  </a:tcPr>
                </a:tc>
                <a:extLst>
                  <a:ext uri="{0D108BD9-81ED-4DB2-BD59-A6C34878D82A}">
                    <a16:rowId xmlns:a16="http://schemas.microsoft.com/office/drawing/2014/main" val="4007863811"/>
                  </a:ext>
                </a:extLst>
              </a:tr>
              <a:tr h="932910">
                <a:tc>
                  <a:txBody>
                    <a:bodyPr/>
                    <a:lstStyle/>
                    <a:p>
                      <a:pPr algn="l" fontAlgn="ctr">
                        <a:buNone/>
                      </a:pPr>
                      <a:r>
                        <a:rPr lang="en-US" sz="2500" b="0" i="0" u="none" strike="noStrike">
                          <a:solidFill>
                            <a:schemeClr val="bg1"/>
                          </a:solidFill>
                          <a:effectLst/>
                          <a:latin typeface="Arial" panose="020B0604020202020204" pitchFamily="34" charset="0"/>
                        </a:rPr>
                        <a:t>“Artificial intelligence is transforming the world”</a:t>
                      </a:r>
                    </a:p>
                  </a:txBody>
                  <a:tcPr marL="128853" marR="128853" marT="64426" marB="64426" anchor="ctr">
                    <a:lnL>
                      <a:noFill/>
                    </a:lnL>
                    <a:lnR>
                      <a:noFill/>
                    </a:lnR>
                    <a:lnT>
                      <a:noFill/>
                    </a:lnT>
                    <a:lnB>
                      <a:noFill/>
                    </a:lnB>
                    <a:noFill/>
                  </a:tcPr>
                </a:tc>
                <a:tc>
                  <a:txBody>
                    <a:bodyPr/>
                    <a:lstStyle/>
                    <a:p>
                      <a:pPr algn="l" fontAlgn="ctr">
                        <a:buNone/>
                      </a:pPr>
                      <a:r>
                        <a:rPr lang="en-US" sz="2500" b="0" i="0" u="none" strike="noStrike" dirty="0">
                          <a:solidFill>
                            <a:schemeClr val="bg1"/>
                          </a:solidFill>
                          <a:effectLst/>
                          <a:latin typeface="Arial" panose="020B0604020202020204" pitchFamily="34" charset="0"/>
                        </a:rPr>
                        <a:t>“.”</a:t>
                      </a:r>
                    </a:p>
                  </a:txBody>
                  <a:tcPr marL="128853" marR="128853" marT="64426" marB="64426" anchor="ctr">
                    <a:lnL>
                      <a:noFill/>
                    </a:lnL>
                    <a:lnR>
                      <a:noFill/>
                    </a:lnR>
                    <a:lnT>
                      <a:noFill/>
                    </a:lnT>
                    <a:lnB>
                      <a:noFill/>
                    </a:lnB>
                    <a:noFill/>
                  </a:tcPr>
                </a:tc>
                <a:extLst>
                  <a:ext uri="{0D108BD9-81ED-4DB2-BD59-A6C34878D82A}">
                    <a16:rowId xmlns:a16="http://schemas.microsoft.com/office/drawing/2014/main" val="3321361928"/>
                  </a:ext>
                </a:extLst>
              </a:tr>
            </a:tbl>
          </a:graphicData>
        </a:graphic>
      </p:graphicFrame>
    </p:spTree>
    <p:extLst>
      <p:ext uri="{BB962C8B-B14F-4D97-AF65-F5344CB8AC3E}">
        <p14:creationId xmlns:p14="http://schemas.microsoft.com/office/powerpoint/2010/main" val="3310799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59" name="Rectangle 2355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561" name="Rectangle 2356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563" name="Rectangle 2356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565" name="Rectangle 2356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23554" name="Picture 2" descr="Bigger Isn't Always Better: The Case for RAG in the Age of Infinite Context  - ZenML Blog">
            <a:extLst>
              <a:ext uri="{FF2B5EF4-FFF2-40B4-BE49-F238E27FC236}">
                <a16:creationId xmlns:a16="http://schemas.microsoft.com/office/drawing/2014/main" id="{07928DF3-2707-DCC6-CF23-D1B3767CE90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725706" y="457200"/>
            <a:ext cx="8740588"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51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AEFD0052-8623-133C-E782-85B9BF2BA965}"/>
              </a:ext>
            </a:extLst>
          </p:cNvPr>
          <p:cNvSpPr>
            <a:spLocks noGrp="1"/>
          </p:cNvSpPr>
          <p:nvPr>
            <p:ph type="title"/>
          </p:nvPr>
        </p:nvSpPr>
        <p:spPr>
          <a:xfrm>
            <a:off x="838200" y="388308"/>
            <a:ext cx="5499970" cy="1021424"/>
          </a:xfrm>
        </p:spPr>
        <p:txBody>
          <a:bodyPr anchor="b">
            <a:normAutofit/>
          </a:bodyPr>
          <a:lstStyle/>
          <a:p>
            <a:pPr algn="r"/>
            <a:r>
              <a:rPr lang="en-US" sz="3100">
                <a:solidFill>
                  <a:schemeClr val="bg1"/>
                </a:solidFill>
              </a:rPr>
              <a:t>Supervised Fine-Tuning: General Knowledge  </a:t>
            </a:r>
          </a:p>
        </p:txBody>
      </p:sp>
      <p:cxnSp>
        <p:nvCxnSpPr>
          <p:cNvPr id="20" name="Straight Connector 1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5F3C470-B5C2-BC05-168E-BBF8F9DA8652}"/>
              </a:ext>
            </a:extLst>
          </p:cNvPr>
          <p:cNvGraphicFramePr>
            <a:graphicFrameLocks noGrp="1"/>
          </p:cNvGraphicFramePr>
          <p:nvPr>
            <p:ph idx="1"/>
            <p:extLst>
              <p:ext uri="{D42A27DB-BD31-4B8C-83A1-F6EECF244321}">
                <p14:modId xmlns:p14="http://schemas.microsoft.com/office/powerpoint/2010/main" val="3016668280"/>
              </p:ext>
            </p:extLst>
          </p:nvPr>
        </p:nvGraphicFramePr>
        <p:xfrm>
          <a:off x="1392238" y="1682750"/>
          <a:ext cx="9407525"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4256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DABBD3A7-F51E-D757-E02D-51696ED8E46B}"/>
              </a:ext>
            </a:extLst>
          </p:cNvPr>
          <p:cNvSpPr>
            <a:spLocks noGrp="1"/>
          </p:cNvSpPr>
          <p:nvPr>
            <p:ph type="title"/>
          </p:nvPr>
        </p:nvSpPr>
        <p:spPr>
          <a:xfrm>
            <a:off x="838200" y="388308"/>
            <a:ext cx="5499970" cy="1021424"/>
          </a:xfrm>
        </p:spPr>
        <p:txBody>
          <a:bodyPr anchor="b">
            <a:normAutofit/>
          </a:bodyPr>
          <a:lstStyle/>
          <a:p>
            <a:pPr algn="r"/>
            <a:r>
              <a:rPr lang="en-US" sz="3100">
                <a:solidFill>
                  <a:schemeClr val="bg1"/>
                </a:solidFill>
              </a:rPr>
              <a:t>Supervised Fine Tuning: Summarization</a:t>
            </a:r>
          </a:p>
        </p:txBody>
      </p:sp>
      <p:cxnSp>
        <p:nvCxnSpPr>
          <p:cNvPr id="20" name="Straight Connector 1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9BE345A-147E-FC71-E5D6-16216ECE3968}"/>
              </a:ext>
            </a:extLst>
          </p:cNvPr>
          <p:cNvGraphicFramePr>
            <a:graphicFrameLocks noGrp="1"/>
          </p:cNvGraphicFramePr>
          <p:nvPr>
            <p:ph idx="1"/>
            <p:extLst>
              <p:ext uri="{D42A27DB-BD31-4B8C-83A1-F6EECF244321}">
                <p14:modId xmlns:p14="http://schemas.microsoft.com/office/powerpoint/2010/main" val="391232242"/>
              </p:ext>
            </p:extLst>
          </p:nvPr>
        </p:nvGraphicFramePr>
        <p:xfrm>
          <a:off x="1392238" y="1682750"/>
          <a:ext cx="9407525"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851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E3B7923-5F8A-B086-5D64-D0C4D26A9DBD}"/>
              </a:ext>
            </a:extLst>
          </p:cNvPr>
          <p:cNvSpPr>
            <a:spLocks noGrp="1"/>
          </p:cNvSpPr>
          <p:nvPr>
            <p:ph type="title"/>
          </p:nvPr>
        </p:nvSpPr>
        <p:spPr>
          <a:xfrm>
            <a:off x="838200" y="388308"/>
            <a:ext cx="5499970" cy="1021424"/>
          </a:xfrm>
        </p:spPr>
        <p:txBody>
          <a:bodyPr anchor="b">
            <a:normAutofit/>
          </a:bodyPr>
          <a:lstStyle/>
          <a:p>
            <a:pPr algn="r"/>
            <a:r>
              <a:rPr lang="en-US" sz="3100">
                <a:solidFill>
                  <a:schemeClr val="bg1"/>
                </a:solidFill>
              </a:rPr>
              <a:t>Supervised Fine-Tuning: Creative Writing </a:t>
            </a:r>
          </a:p>
        </p:txBody>
      </p:sp>
      <p:cxnSp>
        <p:nvCxnSpPr>
          <p:cNvPr id="11" name="Straight Connector 10">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53BC15E-E89D-CB87-A118-DA42C82EBA46}"/>
              </a:ext>
            </a:extLst>
          </p:cNvPr>
          <p:cNvGraphicFramePr>
            <a:graphicFrameLocks noGrp="1"/>
          </p:cNvGraphicFramePr>
          <p:nvPr>
            <p:ph idx="1"/>
            <p:extLst>
              <p:ext uri="{D42A27DB-BD31-4B8C-83A1-F6EECF244321}">
                <p14:modId xmlns:p14="http://schemas.microsoft.com/office/powerpoint/2010/main" val="3196454984"/>
              </p:ext>
            </p:extLst>
          </p:nvPr>
        </p:nvGraphicFramePr>
        <p:xfrm>
          <a:off x="1392238" y="1682750"/>
          <a:ext cx="9407525"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4802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0771BAD9-1656-12D1-C6C3-627A14ABC0A3}"/>
              </a:ext>
            </a:extLst>
          </p:cNvPr>
          <p:cNvSpPr>
            <a:spLocks noGrp="1"/>
          </p:cNvSpPr>
          <p:nvPr>
            <p:ph type="title"/>
          </p:nvPr>
        </p:nvSpPr>
        <p:spPr>
          <a:xfrm>
            <a:off x="838200" y="388308"/>
            <a:ext cx="5499970" cy="1021424"/>
          </a:xfrm>
        </p:spPr>
        <p:txBody>
          <a:bodyPr anchor="b">
            <a:normAutofit/>
          </a:bodyPr>
          <a:lstStyle/>
          <a:p>
            <a:pPr algn="r"/>
            <a:r>
              <a:rPr lang="en-US" sz="3100">
                <a:solidFill>
                  <a:schemeClr val="bg1"/>
                </a:solidFill>
              </a:rPr>
              <a:t>Reinforcement Learning from Human Feedback</a:t>
            </a:r>
          </a:p>
        </p:txBody>
      </p:sp>
      <p:cxnSp>
        <p:nvCxnSpPr>
          <p:cNvPr id="20" name="Straight Connector 1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2ACCA6A-CC77-E0D4-BFFB-166857E616A2}"/>
              </a:ext>
            </a:extLst>
          </p:cNvPr>
          <p:cNvGraphicFramePr>
            <a:graphicFrameLocks noGrp="1"/>
          </p:cNvGraphicFramePr>
          <p:nvPr>
            <p:ph idx="1"/>
            <p:extLst>
              <p:ext uri="{D42A27DB-BD31-4B8C-83A1-F6EECF244321}">
                <p14:modId xmlns:p14="http://schemas.microsoft.com/office/powerpoint/2010/main" val="843858386"/>
              </p:ext>
            </p:extLst>
          </p:nvPr>
        </p:nvGraphicFramePr>
        <p:xfrm>
          <a:off x="1392238" y="1682750"/>
          <a:ext cx="9407525"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5171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0DB00CC-9B1C-E30B-D856-A89D79A50C63}"/>
              </a:ext>
            </a:extLst>
          </p:cNvPr>
          <p:cNvSpPr>
            <a:spLocks noGrp="1"/>
          </p:cNvSpPr>
          <p:nvPr>
            <p:ph type="title"/>
          </p:nvPr>
        </p:nvSpPr>
        <p:spPr>
          <a:xfrm>
            <a:off x="838199" y="388308"/>
            <a:ext cx="7188989" cy="1021424"/>
          </a:xfrm>
        </p:spPr>
        <p:txBody>
          <a:bodyPr anchor="b">
            <a:normAutofit/>
          </a:bodyPr>
          <a:lstStyle/>
          <a:p>
            <a:r>
              <a:rPr lang="en-US" sz="3100" dirty="0">
                <a:solidFill>
                  <a:schemeClr val="bg1"/>
                </a:solidFill>
              </a:rPr>
              <a:t>Reinforcement Learning from Human Feedback - RLHF</a:t>
            </a:r>
          </a:p>
        </p:txBody>
      </p:sp>
      <p:cxnSp>
        <p:nvCxnSpPr>
          <p:cNvPr id="20" name="Straight Connector 1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4" name="Content Placeholder 2">
            <a:extLst>
              <a:ext uri="{FF2B5EF4-FFF2-40B4-BE49-F238E27FC236}">
                <a16:creationId xmlns:a16="http://schemas.microsoft.com/office/drawing/2014/main" id="{D16951A2-436E-181C-AE42-DE35D44DA379}"/>
              </a:ext>
            </a:extLst>
          </p:cNvPr>
          <p:cNvGraphicFramePr>
            <a:graphicFrameLocks noGrp="1"/>
          </p:cNvGraphicFramePr>
          <p:nvPr>
            <p:ph idx="1"/>
            <p:extLst>
              <p:ext uri="{D42A27DB-BD31-4B8C-83A1-F6EECF244321}">
                <p14:modId xmlns:p14="http://schemas.microsoft.com/office/powerpoint/2010/main" val="42665284"/>
              </p:ext>
            </p:extLst>
          </p:nvPr>
        </p:nvGraphicFramePr>
        <p:xfrm>
          <a:off x="838199" y="1579417"/>
          <a:ext cx="10494819" cy="4322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9929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0C58806-D858-F0B3-D167-A01C18592CB7}"/>
              </a:ext>
            </a:extLst>
          </p:cNvPr>
          <p:cNvSpPr>
            <a:spLocks noGrp="1"/>
          </p:cNvSpPr>
          <p:nvPr>
            <p:ph type="title"/>
          </p:nvPr>
        </p:nvSpPr>
        <p:spPr>
          <a:xfrm>
            <a:off x="838199" y="388308"/>
            <a:ext cx="7188989" cy="1021424"/>
          </a:xfrm>
        </p:spPr>
        <p:txBody>
          <a:bodyPr anchor="b">
            <a:normAutofit/>
          </a:bodyPr>
          <a:lstStyle/>
          <a:p>
            <a:r>
              <a:rPr lang="en-US" sz="4000">
                <a:solidFill>
                  <a:schemeClr val="bg1"/>
                </a:solidFill>
              </a:rPr>
              <a:t>LLM Development Stages </a:t>
            </a:r>
          </a:p>
        </p:txBody>
      </p:sp>
      <p:cxnSp>
        <p:nvCxnSpPr>
          <p:cNvPr id="25" name="Straight Connector 2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9" name="Content Placeholder 2">
            <a:extLst>
              <a:ext uri="{FF2B5EF4-FFF2-40B4-BE49-F238E27FC236}">
                <a16:creationId xmlns:a16="http://schemas.microsoft.com/office/drawing/2014/main" id="{5A955C5E-A487-5A37-AF08-32991B49AAC7}"/>
              </a:ext>
            </a:extLst>
          </p:cNvPr>
          <p:cNvGraphicFramePr>
            <a:graphicFrameLocks noGrp="1"/>
          </p:cNvGraphicFramePr>
          <p:nvPr>
            <p:ph idx="1"/>
            <p:extLst>
              <p:ext uri="{D42A27DB-BD31-4B8C-83A1-F6EECF244321}">
                <p14:modId xmlns:p14="http://schemas.microsoft.com/office/powerpoint/2010/main" val="610970082"/>
              </p:ext>
            </p:extLst>
          </p:nvPr>
        </p:nvGraphicFramePr>
        <p:xfrm>
          <a:off x="1392238" y="1715407"/>
          <a:ext cx="9407525"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4336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95C8F5-8863-55D3-779B-3C9A91A8D9E2}"/>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sz="2800"/>
              <a:t>Reasoning Models in LLM Development Stages </a:t>
            </a:r>
          </a:p>
        </p:txBody>
      </p:sp>
      <p:pic>
        <p:nvPicPr>
          <p:cNvPr id="1026" name="Picture 2" descr="img">
            <a:extLst>
              <a:ext uri="{FF2B5EF4-FFF2-40B4-BE49-F238E27FC236}">
                <a16:creationId xmlns:a16="http://schemas.microsoft.com/office/drawing/2014/main" id="{86564DF2-4ED0-F13F-E910-5CF7D839753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 b="14759"/>
          <a:stretch>
            <a:fillRect/>
          </a:stretch>
        </p:blipFill>
        <p:spPr bwMode="auto">
          <a:xfrm>
            <a:off x="452093" y="1190624"/>
            <a:ext cx="11654694" cy="5166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674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AB5C7EE-A919-646B-4F86-BACCBC52D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42EDC2-8BC4-C860-01CB-E6A9DD23BF83}"/>
              </a:ext>
            </a:extLst>
          </p:cNvPr>
          <p:cNvSpPr>
            <a:spLocks noGrp="1"/>
          </p:cNvSpPr>
          <p:nvPr>
            <p:ph type="title"/>
          </p:nvPr>
        </p:nvSpPr>
        <p:spPr>
          <a:xfrm>
            <a:off x="8388642" y="1104181"/>
            <a:ext cx="3406543" cy="2779731"/>
          </a:xfrm>
        </p:spPr>
        <p:txBody>
          <a:bodyPr vert="horz" lIns="91440" tIns="45720" rIns="91440" bIns="45720" rtlCol="0" anchor="b">
            <a:normAutofit/>
          </a:bodyPr>
          <a:lstStyle/>
          <a:p>
            <a:pPr algn="ctr"/>
            <a:r>
              <a:rPr lang="en-US"/>
              <a:t>Reasoning Model Data </a:t>
            </a:r>
            <a:endParaRPr lang="en-US" dirty="0"/>
          </a:p>
        </p:txBody>
      </p:sp>
      <p:pic>
        <p:nvPicPr>
          <p:cNvPr id="5" name="Content Placeholder 4" descr="A screenshot of a computer code&#10;&#10;AI-generated content may be incorrect.">
            <a:extLst>
              <a:ext uri="{FF2B5EF4-FFF2-40B4-BE49-F238E27FC236}">
                <a16:creationId xmlns:a16="http://schemas.microsoft.com/office/drawing/2014/main" id="{BB169866-AE1B-9D10-C154-F4CE354975FE}"/>
              </a:ext>
            </a:extLst>
          </p:cNvPr>
          <p:cNvPicPr>
            <a:picLocks noGrp="1" noChangeAspect="1"/>
          </p:cNvPicPr>
          <p:nvPr>
            <p:ph idx="1"/>
          </p:nvPr>
        </p:nvPicPr>
        <p:blipFill>
          <a:blip r:embed="rId2"/>
          <a:stretch>
            <a:fillRect/>
          </a:stretch>
        </p:blipFill>
        <p:spPr>
          <a:xfrm>
            <a:off x="569119" y="574131"/>
            <a:ext cx="7367405" cy="5709738"/>
          </a:xfrm>
          <a:prstGeom prst="rect">
            <a:avLst/>
          </a:prstGeom>
        </p:spPr>
      </p:pic>
    </p:spTree>
    <p:extLst>
      <p:ext uri="{BB962C8B-B14F-4D97-AF65-F5344CB8AC3E}">
        <p14:creationId xmlns:p14="http://schemas.microsoft.com/office/powerpoint/2010/main" val="258106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446AC-4837-0BF7-A69B-1AC3BB127E18}"/>
              </a:ext>
            </a:extLst>
          </p:cNvPr>
          <p:cNvSpPr>
            <a:spLocks noGrp="1"/>
          </p:cNvSpPr>
          <p:nvPr>
            <p:ph type="title"/>
          </p:nvPr>
        </p:nvSpPr>
        <p:spPr>
          <a:xfrm>
            <a:off x="876693" y="741391"/>
            <a:ext cx="3455821" cy="1616203"/>
          </a:xfrm>
        </p:spPr>
        <p:txBody>
          <a:bodyPr anchor="b">
            <a:normAutofit/>
          </a:bodyPr>
          <a:lstStyle/>
          <a:p>
            <a:r>
              <a:rPr lang="en-US" sz="3200"/>
              <a:t>Main Ways to Build Reasoning Models </a:t>
            </a:r>
            <a:endParaRPr lang="en-US" sz="3200" dirty="0"/>
          </a:p>
        </p:txBody>
      </p:sp>
      <p:pic>
        <p:nvPicPr>
          <p:cNvPr id="21506" name="Picture 2">
            <a:extLst>
              <a:ext uri="{FF2B5EF4-FFF2-40B4-BE49-F238E27FC236}">
                <a16:creationId xmlns:a16="http://schemas.microsoft.com/office/drawing/2014/main" id="{F3C10E64-CC55-B02C-A0E4-84A0639451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32514" y="200001"/>
            <a:ext cx="7422984" cy="64579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2">
            <a:extLst>
              <a:ext uri="{FF2B5EF4-FFF2-40B4-BE49-F238E27FC236}">
                <a16:creationId xmlns:a16="http://schemas.microsoft.com/office/drawing/2014/main" id="{E22CDDD7-3957-15E0-448A-67B73A5812CA}"/>
              </a:ext>
            </a:extLst>
          </p:cNvPr>
          <p:cNvGraphicFramePr>
            <a:graphicFrameLocks noGrp="1"/>
          </p:cNvGraphicFramePr>
          <p:nvPr>
            <p:ph idx="1"/>
          </p:nvPr>
        </p:nvGraphicFramePr>
        <p:xfrm>
          <a:off x="876693" y="2533476"/>
          <a:ext cx="3455821" cy="3447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584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D22F6-CDCB-CC21-3525-7298F78E8D9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hlinkClick r:id="rId2"/>
              </a:rPr>
              <a:t>Inference-Time Scaling: Chain-of-Thought Prompting </a:t>
            </a:r>
            <a:endParaRPr lang="en-US" sz="3200" kern="1200" dirty="0">
              <a:solidFill>
                <a:schemeClr val="bg1"/>
              </a:solidFill>
              <a:latin typeface="+mj-lt"/>
              <a:ea typeface="+mj-ea"/>
              <a:cs typeface="+mj-cs"/>
            </a:endParaRPr>
          </a:p>
        </p:txBody>
      </p:sp>
      <p:pic>
        <p:nvPicPr>
          <p:cNvPr id="9218" name="Picture 2" descr="img">
            <a:extLst>
              <a:ext uri="{FF2B5EF4-FFF2-40B4-BE49-F238E27FC236}">
                <a16:creationId xmlns:a16="http://schemas.microsoft.com/office/drawing/2014/main" id="{5BEEA809-74E4-3EEC-4BD5-93BB3CFE46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31" r="2739"/>
          <a:stretch>
            <a:fillRect/>
          </a:stretch>
        </p:blipFill>
        <p:spPr bwMode="auto">
          <a:xfrm>
            <a:off x="290164" y="1806962"/>
            <a:ext cx="11623930" cy="36045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8BBFB1D-757B-0184-556C-62EE87F9C66A}"/>
              </a:ext>
            </a:extLst>
          </p:cNvPr>
          <p:cNvSpPr txBox="1"/>
          <p:nvPr/>
        </p:nvSpPr>
        <p:spPr>
          <a:xfrm>
            <a:off x="556532" y="5411500"/>
            <a:ext cx="2467342" cy="430887"/>
          </a:xfrm>
          <a:prstGeom prst="rect">
            <a:avLst/>
          </a:prstGeom>
          <a:noFill/>
        </p:spPr>
        <p:txBody>
          <a:bodyPr wrap="none" rtlCol="0">
            <a:spAutoFit/>
          </a:bodyPr>
          <a:lstStyle/>
          <a:p>
            <a:r>
              <a:rPr lang="en-US" sz="2200" dirty="0">
                <a:latin typeface="Georgia" panose="02040502050405020303" pitchFamily="18" charset="0"/>
              </a:rPr>
              <a:t>Kojima et. al 2022</a:t>
            </a:r>
          </a:p>
        </p:txBody>
      </p:sp>
    </p:spTree>
    <p:extLst>
      <p:ext uri="{BB962C8B-B14F-4D97-AF65-F5344CB8AC3E}">
        <p14:creationId xmlns:p14="http://schemas.microsoft.com/office/powerpoint/2010/main" val="2224242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7C785-6E4A-7205-D340-4BAC71606953}"/>
              </a:ext>
            </a:extLst>
          </p:cNvPr>
          <p:cNvSpPr>
            <a:spLocks noGrp="1"/>
          </p:cNvSpPr>
          <p:nvPr>
            <p:ph type="title"/>
          </p:nvPr>
        </p:nvSpPr>
        <p:spPr>
          <a:xfrm>
            <a:off x="835154" y="648809"/>
            <a:ext cx="10175631" cy="1111843"/>
          </a:xfrm>
        </p:spPr>
        <p:txBody>
          <a:bodyPr anchor="ctr">
            <a:normAutofit fontScale="90000"/>
          </a:bodyPr>
          <a:lstStyle/>
          <a:p>
            <a:pPr algn="ctr"/>
            <a:r>
              <a:rPr lang="en-US" sz="4000" b="1" dirty="0">
                <a:hlinkClick r:id="rId2"/>
              </a:rPr>
              <a:t>Test-Time Compute vs Train-Time Compute </a:t>
            </a:r>
            <a:endParaRPr lang="en-US" sz="4000" b="1" dirty="0"/>
          </a:p>
        </p:txBody>
      </p:sp>
      <p:pic>
        <p:nvPicPr>
          <p:cNvPr id="22530" name="Picture 2">
            <a:extLst>
              <a:ext uri="{FF2B5EF4-FFF2-40B4-BE49-F238E27FC236}">
                <a16:creationId xmlns:a16="http://schemas.microsoft.com/office/drawing/2014/main" id="{807C9B3F-069C-C271-C724-FF3C2B83535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5154" y="2409460"/>
            <a:ext cx="10515595" cy="3890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085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5943E3-1797-AC5B-B2E2-64FB34790BBD}"/>
              </a:ext>
            </a:extLst>
          </p:cNvPr>
          <p:cNvSpPr>
            <a:spLocks noGrp="1"/>
          </p:cNvSpPr>
          <p:nvPr>
            <p:ph type="title"/>
          </p:nvPr>
        </p:nvSpPr>
        <p:spPr>
          <a:xfrm>
            <a:off x="1524000" y="548640"/>
            <a:ext cx="9160475" cy="1132258"/>
          </a:xfrm>
        </p:spPr>
        <p:txBody>
          <a:bodyPr anchor="ctr">
            <a:normAutofit/>
          </a:bodyPr>
          <a:lstStyle/>
          <a:p>
            <a:pPr algn="ctr"/>
            <a:r>
              <a:rPr lang="en-US" dirty="0"/>
              <a:t>When to Use Reasoning Models? </a:t>
            </a:r>
          </a:p>
        </p:txBody>
      </p:sp>
      <p:graphicFrame>
        <p:nvGraphicFramePr>
          <p:cNvPr id="12" name="Content Placeholder 2">
            <a:extLst>
              <a:ext uri="{FF2B5EF4-FFF2-40B4-BE49-F238E27FC236}">
                <a16:creationId xmlns:a16="http://schemas.microsoft.com/office/drawing/2014/main" id="{4F7C0A28-AF44-4A14-82A7-440F19A4EEFA}"/>
              </a:ext>
            </a:extLst>
          </p:cNvPr>
          <p:cNvGraphicFramePr>
            <a:graphicFrameLocks noGrp="1"/>
          </p:cNvGraphicFramePr>
          <p:nvPr>
            <p:ph idx="1"/>
            <p:extLst>
              <p:ext uri="{D42A27DB-BD31-4B8C-83A1-F6EECF244321}">
                <p14:modId xmlns:p14="http://schemas.microsoft.com/office/powerpoint/2010/main" val="4117777964"/>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2936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CBF1B-3B8E-B7EF-CAC5-3B5AFE52A25E}"/>
              </a:ext>
            </a:extLst>
          </p:cNvPr>
          <p:cNvSpPr>
            <a:spLocks noGrp="1"/>
          </p:cNvSpPr>
          <p:nvPr>
            <p:ph type="title"/>
          </p:nvPr>
        </p:nvSpPr>
        <p:spPr>
          <a:xfrm>
            <a:off x="478177" y="536699"/>
            <a:ext cx="4621553" cy="1360728"/>
          </a:xfrm>
        </p:spPr>
        <p:txBody>
          <a:bodyPr anchor="b">
            <a:normAutofit/>
          </a:bodyPr>
          <a:lstStyle/>
          <a:p>
            <a:r>
              <a:rPr lang="en-US" dirty="0">
                <a:hlinkClick r:id="rId2"/>
              </a:rPr>
              <a:t>Primary Reasoning Models </a:t>
            </a:r>
            <a:endParaRPr lang="en-US" dirty="0"/>
          </a:p>
        </p:txBody>
      </p:sp>
      <p:sp>
        <p:nvSpPr>
          <p:cNvPr id="3" name="Content Placeholder 2">
            <a:extLst>
              <a:ext uri="{FF2B5EF4-FFF2-40B4-BE49-F238E27FC236}">
                <a16:creationId xmlns:a16="http://schemas.microsoft.com/office/drawing/2014/main" id="{6251442B-3E0B-6A3A-36B3-8EBC63EE1362}"/>
              </a:ext>
            </a:extLst>
          </p:cNvPr>
          <p:cNvSpPr>
            <a:spLocks noGrp="1"/>
          </p:cNvSpPr>
          <p:nvPr>
            <p:ph idx="1"/>
          </p:nvPr>
        </p:nvSpPr>
        <p:spPr>
          <a:xfrm>
            <a:off x="343707" y="2434126"/>
            <a:ext cx="4621553" cy="3159018"/>
          </a:xfrm>
        </p:spPr>
        <p:txBody>
          <a:bodyPr>
            <a:normAutofit fontScale="92500" lnSpcReduction="20000"/>
          </a:bodyPr>
          <a:lstStyle/>
          <a:p>
            <a:r>
              <a:rPr lang="en-US" sz="1800" dirty="0">
                <a:latin typeface="Georgia" panose="02040502050405020303" pitchFamily="18" charset="0"/>
              </a:rPr>
              <a:t>OpenAI O1/O3</a:t>
            </a:r>
          </a:p>
          <a:p>
            <a:r>
              <a:rPr lang="en-US" sz="1800" dirty="0" err="1">
                <a:latin typeface="Georgia" panose="02040502050405020303" pitchFamily="18" charset="0"/>
              </a:rPr>
              <a:t>DeepSeek</a:t>
            </a:r>
            <a:r>
              <a:rPr lang="en-US" sz="1800" dirty="0">
                <a:latin typeface="Georgia" panose="02040502050405020303" pitchFamily="18" charset="0"/>
              </a:rPr>
              <a:t> R1</a:t>
            </a:r>
          </a:p>
          <a:p>
            <a:r>
              <a:rPr lang="en-US" sz="1800" dirty="0">
                <a:latin typeface="Georgia" panose="02040502050405020303" pitchFamily="18" charset="0"/>
              </a:rPr>
              <a:t>Gemini 2.0 (Flash Thinking)</a:t>
            </a:r>
          </a:p>
          <a:p>
            <a:r>
              <a:rPr lang="en-US" sz="1800" dirty="0" err="1">
                <a:latin typeface="Georgia" panose="02040502050405020303" pitchFamily="18" charset="0"/>
              </a:rPr>
              <a:t>QwQ</a:t>
            </a:r>
            <a:r>
              <a:rPr lang="en-US" sz="1800" dirty="0">
                <a:latin typeface="Georgia" panose="02040502050405020303" pitchFamily="18" charset="0"/>
              </a:rPr>
              <a:t> (Alibaba)</a:t>
            </a:r>
          </a:p>
          <a:p>
            <a:r>
              <a:rPr lang="en-US" sz="1800" dirty="0">
                <a:latin typeface="Georgia" panose="02040502050405020303" pitchFamily="18" charset="0"/>
              </a:rPr>
              <a:t>Sky-T1</a:t>
            </a:r>
          </a:p>
          <a:p>
            <a:r>
              <a:rPr lang="en-US" sz="1800" dirty="0">
                <a:latin typeface="Georgia" panose="02040502050405020303" pitchFamily="18" charset="0"/>
              </a:rPr>
              <a:t>Marco-o1</a:t>
            </a:r>
          </a:p>
          <a:p>
            <a:r>
              <a:rPr lang="en-US" sz="1800" dirty="0">
                <a:latin typeface="Georgia" panose="02040502050405020303" pitchFamily="18" charset="0"/>
              </a:rPr>
              <a:t>Claude 3.5</a:t>
            </a:r>
          </a:p>
          <a:p>
            <a:r>
              <a:rPr lang="en-US" sz="1800" dirty="0" err="1">
                <a:latin typeface="Georgia" panose="02040502050405020303" pitchFamily="18" charset="0"/>
              </a:rPr>
              <a:t>Codestral</a:t>
            </a:r>
            <a:r>
              <a:rPr lang="en-US" sz="1800" dirty="0">
                <a:latin typeface="Georgia" panose="02040502050405020303" pitchFamily="18" charset="0"/>
              </a:rPr>
              <a:t> (Mistral)</a:t>
            </a:r>
          </a:p>
          <a:p>
            <a:pPr marL="0" indent="0">
              <a:buNone/>
            </a:pPr>
            <a:endParaRPr lang="en-US" sz="1800" dirty="0">
              <a:latin typeface="Georgia" panose="02040502050405020303" pitchFamily="18" charset="0"/>
            </a:endParaRPr>
          </a:p>
        </p:txBody>
      </p:sp>
      <p:pic>
        <p:nvPicPr>
          <p:cNvPr id="18434" name="Picture 2" descr="A diagram of a comparison of large reasoning models&#10;&#10;AI-generated content may be incorrect.">
            <a:extLst>
              <a:ext uri="{FF2B5EF4-FFF2-40B4-BE49-F238E27FC236}">
                <a16:creationId xmlns:a16="http://schemas.microsoft.com/office/drawing/2014/main" id="{364200BE-E627-1495-55AA-E940DCAC49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886"/>
          <a:stretch>
            <a:fillRect/>
          </a:stretch>
        </p:blipFill>
        <p:spPr bwMode="auto">
          <a:xfrm>
            <a:off x="3699374" y="1317813"/>
            <a:ext cx="8336028" cy="542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983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7EF9F47D-9AE6-8B52-BF31-0F24047AE3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442"/>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A8583B6-FE95-4773-7D5B-1E1FF73059C9}"/>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lang="en-US" sz="3600" dirty="0">
                <a:solidFill>
                  <a:schemeClr val="tx1">
                    <a:lumMod val="85000"/>
                    <a:lumOff val="15000"/>
                  </a:schemeClr>
                </a:solidFill>
                <a:hlinkClick r:id="rId3"/>
              </a:rPr>
              <a:t>Performance of Reasoning Models</a:t>
            </a:r>
            <a:endParaRPr lang="en-US" sz="3600" dirty="0">
              <a:solidFill>
                <a:schemeClr val="tx1">
                  <a:lumMod val="85000"/>
                  <a:lumOff val="15000"/>
                </a:schemeClr>
              </a:solidFill>
            </a:endParaRPr>
          </a:p>
        </p:txBody>
      </p:sp>
    </p:spTree>
    <p:extLst>
      <p:ext uri="{BB962C8B-B14F-4D97-AF65-F5344CB8AC3E}">
        <p14:creationId xmlns:p14="http://schemas.microsoft.com/office/powerpoint/2010/main" val="1785928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DCBA5D-5868-1DAC-04F6-3288E3E53C75}"/>
              </a:ext>
            </a:extLst>
          </p:cNvPr>
          <p:cNvSpPr>
            <a:spLocks noGrp="1"/>
          </p:cNvSpPr>
          <p:nvPr>
            <p:ph type="title"/>
          </p:nvPr>
        </p:nvSpPr>
        <p:spPr>
          <a:xfrm>
            <a:off x="612649" y="548638"/>
            <a:ext cx="2837133" cy="5788152"/>
          </a:xfrm>
        </p:spPr>
        <p:txBody>
          <a:bodyPr anchor="ctr">
            <a:normAutofit/>
          </a:bodyPr>
          <a:lstStyle/>
          <a:p>
            <a:r>
              <a:rPr lang="en-US" sz="4000" dirty="0"/>
              <a:t>Caveats </a:t>
            </a:r>
          </a:p>
        </p:txBody>
      </p:sp>
      <p:graphicFrame>
        <p:nvGraphicFramePr>
          <p:cNvPr id="5" name="Content Placeholder 2">
            <a:extLst>
              <a:ext uri="{FF2B5EF4-FFF2-40B4-BE49-F238E27FC236}">
                <a16:creationId xmlns:a16="http://schemas.microsoft.com/office/drawing/2014/main" id="{44732DBD-7823-5A95-F237-7DE5CFCEDC82}"/>
              </a:ext>
            </a:extLst>
          </p:cNvPr>
          <p:cNvGraphicFramePr>
            <a:graphicFrameLocks noGrp="1"/>
          </p:cNvGraphicFramePr>
          <p:nvPr>
            <p:ph idx="1"/>
            <p:extLst>
              <p:ext uri="{D42A27DB-BD31-4B8C-83A1-F6EECF244321}">
                <p14:modId xmlns:p14="http://schemas.microsoft.com/office/powerpoint/2010/main" val="1239453010"/>
              </p:ext>
            </p:extLst>
          </p:nvPr>
        </p:nvGraphicFramePr>
        <p:xfrm>
          <a:off x="2784764" y="415635"/>
          <a:ext cx="9102436" cy="6054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563605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5018</TotalTime>
  <Words>763</Words>
  <Application>Microsoft Macintosh PowerPoint</Application>
  <PresentationFormat>Widescreen</PresentationFormat>
  <Paragraphs>120</Paragraphs>
  <Slides>26</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Aptos</vt:lpstr>
      <vt:lpstr>Aptos Display</vt:lpstr>
      <vt:lpstr>Arial</vt:lpstr>
      <vt:lpstr>Georgia</vt:lpstr>
      <vt:lpstr>Neue Haas Grotesk Text Pro</vt:lpstr>
      <vt:lpstr>VanillaVTI</vt:lpstr>
      <vt:lpstr>Office Theme</vt:lpstr>
      <vt:lpstr>Open Lab Series on AI in Scientific Discovery and Academic Research: Reasoning Models</vt:lpstr>
      <vt:lpstr>Open Lab Series Schedule </vt:lpstr>
      <vt:lpstr>Share in Chat </vt:lpstr>
      <vt:lpstr>Outline </vt:lpstr>
      <vt:lpstr>Defining Reasoning Models</vt:lpstr>
      <vt:lpstr>Regular LLM vs Reasoning LLM </vt:lpstr>
      <vt:lpstr>Intermediate Steps in Reasoning Models</vt:lpstr>
      <vt:lpstr>Why Reasoning Models Use More Tokens</vt:lpstr>
      <vt:lpstr>How Reasoning Models Built: Reminder of LLM Development Stages </vt:lpstr>
      <vt:lpstr>Pre-training with Self-Supervised </vt:lpstr>
      <vt:lpstr>PowerPoint Presentation</vt:lpstr>
      <vt:lpstr>Supervised Fine-Tuning: General Knowledge  </vt:lpstr>
      <vt:lpstr>Supervised Fine Tuning: Summarization</vt:lpstr>
      <vt:lpstr>Supervised Fine-Tuning: Creative Writing </vt:lpstr>
      <vt:lpstr>Reinforcement Learning from Human Feedback</vt:lpstr>
      <vt:lpstr>Reinforcement Learning from Human Feedback - RLHF</vt:lpstr>
      <vt:lpstr>LLM Development Stages </vt:lpstr>
      <vt:lpstr>Reasoning Models in LLM Development Stages </vt:lpstr>
      <vt:lpstr>Reasoning Model Data </vt:lpstr>
      <vt:lpstr>Main Ways to Build Reasoning Models </vt:lpstr>
      <vt:lpstr>Inference-Time Scaling: Chain-of-Thought Prompting </vt:lpstr>
      <vt:lpstr>Test-Time Compute vs Train-Time Compute </vt:lpstr>
      <vt:lpstr>When to Use Reasoning Models? </vt:lpstr>
      <vt:lpstr>Primary Reasoning Models </vt:lpstr>
      <vt:lpstr>Performance of Reasoning Models</vt:lpstr>
      <vt:lpstr>Caveats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Namig Abbasov</dc:creator>
  <cp:lastModifiedBy>Namig Abbasov</cp:lastModifiedBy>
  <cp:revision>5</cp:revision>
  <dcterms:created xsi:type="dcterms:W3CDTF">2025-10-19T21:27:24Z</dcterms:created>
  <dcterms:modified xsi:type="dcterms:W3CDTF">2025-10-26T18:20:41Z</dcterms:modified>
</cp:coreProperties>
</file>