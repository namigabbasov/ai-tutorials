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notesMasterIdLst>
    <p:notesMasterId r:id="rId12"/>
  </p:notesMasterIdLst>
  <p:sldIdLst>
    <p:sldId id="290" r:id="rId3"/>
    <p:sldId id="291" r:id="rId4"/>
    <p:sldId id="262" r:id="rId5"/>
    <p:sldId id="263" r:id="rId6"/>
    <p:sldId id="522" r:id="rId7"/>
    <p:sldId id="258" r:id="rId8"/>
    <p:sldId id="259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59"/>
    <p:restoredTop sz="94648"/>
  </p:normalViewPr>
  <p:slideViewPr>
    <p:cSldViewPr snapToGrid="0">
      <p:cViewPr varScale="1">
        <p:scale>
          <a:sx n="89" d="100"/>
          <a:sy n="89" d="100"/>
        </p:scale>
        <p:origin x="200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ai.asu.edu/technical-foundation/createai-builder" TargetMode="Externa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hyperlink" Target="https://asu.service-now.com/sp?id=sc_cat_item&amp;sys_id=ad7db7121b23c65439f2b95fdc4bcb8b" TargetMode="External"/><Relationship Id="rId2" Type="http://schemas.openxmlformats.org/officeDocument/2006/relationships/hyperlink" Target="https://getprotected.asu.edu/policy-practices/data-classification-tool" TargetMode="External"/><Relationship Id="rId1" Type="http://schemas.openxmlformats.org/officeDocument/2006/relationships/hyperlink" Target="https://asu.service-now.com/sp?id=kb_article_view&amp;sysparm_article=KB0025455" TargetMode="Externa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ai.asu.edu/technical-foundation/createai-builder" TargetMode="External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hyperlink" Target="https://asu.service-now.com/sp?id=sc_cat_item&amp;sys_id=ad7db7121b23c65439f2b95fdc4bcb8b" TargetMode="External"/><Relationship Id="rId2" Type="http://schemas.openxmlformats.org/officeDocument/2006/relationships/hyperlink" Target="https://getprotected.asu.edu/policy-practices/data-classification-tool" TargetMode="External"/><Relationship Id="rId1" Type="http://schemas.openxmlformats.org/officeDocument/2006/relationships/hyperlink" Target="https://asu.service-now.com/sp?id=kb_article_view&amp;sysparm_article=KB0025455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B58139-2466-4881-B7ED-194514E24B9E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ED159F2-C07A-4433-969E-BA28DE66E99B}">
      <dgm:prSet/>
      <dgm:spPr/>
      <dgm:t>
        <a:bodyPr/>
        <a:lstStyle/>
        <a:p>
          <a:pPr>
            <a:defRPr b="1"/>
          </a:pPr>
          <a:r>
            <a:rPr lang="en-US"/>
            <a:t>15 Oct.</a:t>
          </a:r>
        </a:p>
      </dgm:t>
    </dgm:pt>
    <dgm:pt modelId="{72608442-0D39-4121-B06E-29EEA0E1D6A0}" type="parTrans" cxnId="{04FE98C8-3DF6-44BC-834F-CCBD19EAE395}">
      <dgm:prSet/>
      <dgm:spPr/>
      <dgm:t>
        <a:bodyPr/>
        <a:lstStyle/>
        <a:p>
          <a:endParaRPr lang="en-US"/>
        </a:p>
      </dgm:t>
    </dgm:pt>
    <dgm:pt modelId="{3C855570-E43B-4D16-9933-1C57392E28AF}" type="sibTrans" cxnId="{04FE98C8-3DF6-44BC-834F-CCBD19EAE395}">
      <dgm:prSet/>
      <dgm:spPr/>
      <dgm:t>
        <a:bodyPr/>
        <a:lstStyle/>
        <a:p>
          <a:endParaRPr lang="en-US"/>
        </a:p>
      </dgm:t>
    </dgm:pt>
    <dgm:pt modelId="{B0522956-FFD2-4151-8667-85190FDE50C7}">
      <dgm:prSet/>
      <dgm:spPr/>
      <dgm:t>
        <a:bodyPr/>
        <a:lstStyle/>
        <a:p>
          <a:r>
            <a:rPr lang="en-US"/>
            <a:t>Introduction, Prompt Engineering</a:t>
          </a:r>
        </a:p>
      </dgm:t>
    </dgm:pt>
    <dgm:pt modelId="{A6E3DB7E-60A7-430B-9EA4-B8D88031A2C8}" type="parTrans" cxnId="{9482CE99-C15D-4C5C-BA5E-33F468A6C8BC}">
      <dgm:prSet/>
      <dgm:spPr/>
      <dgm:t>
        <a:bodyPr/>
        <a:lstStyle/>
        <a:p>
          <a:endParaRPr lang="en-US"/>
        </a:p>
      </dgm:t>
    </dgm:pt>
    <dgm:pt modelId="{34D5FB3A-C8C9-412E-8BAE-F8EB67CF2710}" type="sibTrans" cxnId="{9482CE99-C15D-4C5C-BA5E-33F468A6C8BC}">
      <dgm:prSet/>
      <dgm:spPr/>
      <dgm:t>
        <a:bodyPr/>
        <a:lstStyle/>
        <a:p>
          <a:endParaRPr lang="en-US"/>
        </a:p>
      </dgm:t>
    </dgm:pt>
    <dgm:pt modelId="{EB023D57-D6F7-4DCB-8EA0-642CDE5144E7}">
      <dgm:prSet/>
      <dgm:spPr/>
      <dgm:t>
        <a:bodyPr/>
        <a:lstStyle/>
        <a:p>
          <a:pPr>
            <a:defRPr b="1"/>
          </a:pPr>
          <a:r>
            <a:rPr lang="en-US"/>
            <a:t>22 Oct.</a:t>
          </a:r>
        </a:p>
      </dgm:t>
    </dgm:pt>
    <dgm:pt modelId="{F97F7F50-E97E-4A5C-A46C-A0C06A967CA0}" type="parTrans" cxnId="{359469AB-8E52-4D0F-92FD-2F8B846BEF59}">
      <dgm:prSet/>
      <dgm:spPr/>
      <dgm:t>
        <a:bodyPr/>
        <a:lstStyle/>
        <a:p>
          <a:endParaRPr lang="en-US"/>
        </a:p>
      </dgm:t>
    </dgm:pt>
    <dgm:pt modelId="{1FCB6732-7ED9-45A6-9E56-F78E4399A5F6}" type="sibTrans" cxnId="{359469AB-8E52-4D0F-92FD-2F8B846BEF59}">
      <dgm:prSet/>
      <dgm:spPr/>
      <dgm:t>
        <a:bodyPr/>
        <a:lstStyle/>
        <a:p>
          <a:endParaRPr lang="en-US"/>
        </a:p>
      </dgm:t>
    </dgm:pt>
    <dgm:pt modelId="{97D5D01A-E599-4877-9DD3-E40DCAA4D482}">
      <dgm:prSet/>
      <dgm:spPr/>
      <dgm:t>
        <a:bodyPr/>
        <a:lstStyle/>
        <a:p>
          <a:r>
            <a:rPr lang="en-US" dirty="0"/>
            <a:t>LLMs for Scientific Discovery, Reasoning Models</a:t>
          </a:r>
        </a:p>
      </dgm:t>
    </dgm:pt>
    <dgm:pt modelId="{A9252FE7-7717-4A79-B1DB-EF636605D807}" type="parTrans" cxnId="{068AC11B-0160-4DEC-8636-09B1ADFF3CC6}">
      <dgm:prSet/>
      <dgm:spPr/>
      <dgm:t>
        <a:bodyPr/>
        <a:lstStyle/>
        <a:p>
          <a:endParaRPr lang="en-US"/>
        </a:p>
      </dgm:t>
    </dgm:pt>
    <dgm:pt modelId="{78DBF127-99F2-440B-BDA1-9031706E990F}" type="sibTrans" cxnId="{068AC11B-0160-4DEC-8636-09B1ADFF3CC6}">
      <dgm:prSet/>
      <dgm:spPr/>
      <dgm:t>
        <a:bodyPr/>
        <a:lstStyle/>
        <a:p>
          <a:endParaRPr lang="en-US"/>
        </a:p>
      </dgm:t>
    </dgm:pt>
    <dgm:pt modelId="{6D7DA8ED-A52E-4B69-89D5-1FAB0D75AED0}">
      <dgm:prSet/>
      <dgm:spPr/>
      <dgm:t>
        <a:bodyPr/>
        <a:lstStyle/>
        <a:p>
          <a:pPr>
            <a:defRPr b="1"/>
          </a:pPr>
          <a:r>
            <a:rPr lang="en-US"/>
            <a:t>12 Nov.</a:t>
          </a:r>
        </a:p>
      </dgm:t>
    </dgm:pt>
    <dgm:pt modelId="{D3CC0B17-9E7B-487B-B757-B9B37E599F4A}" type="parTrans" cxnId="{590808D4-7067-4174-86EA-489EC8DA0D83}">
      <dgm:prSet/>
      <dgm:spPr/>
      <dgm:t>
        <a:bodyPr/>
        <a:lstStyle/>
        <a:p>
          <a:endParaRPr lang="en-US"/>
        </a:p>
      </dgm:t>
    </dgm:pt>
    <dgm:pt modelId="{FA72A9D3-407E-4696-8553-F91397B1038A}" type="sibTrans" cxnId="{590808D4-7067-4174-86EA-489EC8DA0D83}">
      <dgm:prSet/>
      <dgm:spPr/>
      <dgm:t>
        <a:bodyPr/>
        <a:lstStyle/>
        <a:p>
          <a:endParaRPr lang="en-US"/>
        </a:p>
      </dgm:t>
    </dgm:pt>
    <dgm:pt modelId="{1DAA40D3-EBA4-4864-8108-4A69B3F8FAC1}">
      <dgm:prSet/>
      <dgm:spPr/>
      <dgm:t>
        <a:bodyPr/>
        <a:lstStyle/>
        <a:p>
          <a:r>
            <a:rPr lang="en-US"/>
            <a:t>LLMs for Qualitative Research</a:t>
          </a:r>
        </a:p>
      </dgm:t>
    </dgm:pt>
    <dgm:pt modelId="{40745B6C-B596-42ED-ADD8-0D1695CD1EA6}" type="parTrans" cxnId="{E57D8044-9830-4304-BE41-A23654EB9FFC}">
      <dgm:prSet/>
      <dgm:spPr/>
      <dgm:t>
        <a:bodyPr/>
        <a:lstStyle/>
        <a:p>
          <a:endParaRPr lang="en-US"/>
        </a:p>
      </dgm:t>
    </dgm:pt>
    <dgm:pt modelId="{9DABBBBF-C46C-457C-BE6C-758EFF2CDC92}" type="sibTrans" cxnId="{E57D8044-9830-4304-BE41-A23654EB9FFC}">
      <dgm:prSet/>
      <dgm:spPr/>
      <dgm:t>
        <a:bodyPr/>
        <a:lstStyle/>
        <a:p>
          <a:endParaRPr lang="en-US"/>
        </a:p>
      </dgm:t>
    </dgm:pt>
    <dgm:pt modelId="{B0A1B852-835B-774D-A39A-BB6B23C823FE}" type="pres">
      <dgm:prSet presAssocID="{A2B58139-2466-4881-B7ED-194514E24B9E}" presName="root" presStyleCnt="0">
        <dgm:presLayoutVars>
          <dgm:chMax/>
          <dgm:chPref/>
          <dgm:animLvl val="lvl"/>
        </dgm:presLayoutVars>
      </dgm:prSet>
      <dgm:spPr/>
    </dgm:pt>
    <dgm:pt modelId="{C17D6892-AE7B-4E43-BE72-2E62BC404FB5}" type="pres">
      <dgm:prSet presAssocID="{A2B58139-2466-4881-B7ED-194514E24B9E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BF203330-32D9-434E-AE8C-483AB62801DC}" type="pres">
      <dgm:prSet presAssocID="{A2B58139-2466-4881-B7ED-194514E24B9E}" presName="nodes" presStyleCnt="0">
        <dgm:presLayoutVars>
          <dgm:chMax/>
          <dgm:chPref/>
          <dgm:animLvl val="lvl"/>
        </dgm:presLayoutVars>
      </dgm:prSet>
      <dgm:spPr/>
    </dgm:pt>
    <dgm:pt modelId="{1728AB49-22B1-F94E-89F3-A6304037C6E3}" type="pres">
      <dgm:prSet presAssocID="{8ED159F2-C07A-4433-969E-BA28DE66E99B}" presName="composite" presStyleCnt="0"/>
      <dgm:spPr/>
    </dgm:pt>
    <dgm:pt modelId="{33E87340-3E19-CE44-8FBB-D0352BEB545B}" type="pres">
      <dgm:prSet presAssocID="{8ED159F2-C07A-4433-969E-BA28DE66E99B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DCAC880-EEEB-DE41-9D44-7036B31CC68A}" type="pres">
      <dgm:prSet presAssocID="{8ED159F2-C07A-4433-969E-BA28DE66E99B}" presName="DropPinPlaceHolder" presStyleCnt="0"/>
      <dgm:spPr/>
    </dgm:pt>
    <dgm:pt modelId="{CEADA122-3E65-7545-A3E0-1F02D9119428}" type="pres">
      <dgm:prSet presAssocID="{8ED159F2-C07A-4433-969E-BA28DE66E99B}" presName="DropPin" presStyleLbl="alignNode1" presStyleIdx="0" presStyleCnt="3"/>
      <dgm:spPr/>
    </dgm:pt>
    <dgm:pt modelId="{2B3DB2D9-204A-754F-91EC-1F7F093FF397}" type="pres">
      <dgm:prSet presAssocID="{8ED159F2-C07A-4433-969E-BA28DE66E99B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2129FAEA-0724-1B40-9823-0C85835277DC}" type="pres">
      <dgm:prSet presAssocID="{8ED159F2-C07A-4433-969E-BA28DE66E99B}" presName="L2TextContainer" presStyleLbl="revTx" presStyleIdx="0" presStyleCnt="6">
        <dgm:presLayoutVars>
          <dgm:bulletEnabled val="1"/>
        </dgm:presLayoutVars>
      </dgm:prSet>
      <dgm:spPr/>
    </dgm:pt>
    <dgm:pt modelId="{5C14A49B-366C-4649-B475-FC1C3BE773A3}" type="pres">
      <dgm:prSet presAssocID="{8ED159F2-C07A-4433-969E-BA28DE66E99B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CF542369-E554-8246-B11E-E21B69FAE763}" type="pres">
      <dgm:prSet presAssocID="{8ED159F2-C07A-4433-969E-BA28DE66E99B}" presName="ConnectLine" presStyleLbl="sibTrans1D1" presStyleIdx="0" presStyleCnt="3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662E99FF-BE39-6845-B675-AC5647A9CDBD}" type="pres">
      <dgm:prSet presAssocID="{8ED159F2-C07A-4433-969E-BA28DE66E99B}" presName="EmptyPlaceHolder" presStyleCnt="0"/>
      <dgm:spPr/>
    </dgm:pt>
    <dgm:pt modelId="{8D5B4DDD-E807-5340-A9D0-E568900B657E}" type="pres">
      <dgm:prSet presAssocID="{3C855570-E43B-4D16-9933-1C57392E28AF}" presName="spaceBetweenRectangles" presStyleCnt="0"/>
      <dgm:spPr/>
    </dgm:pt>
    <dgm:pt modelId="{9B6806B4-97AC-5F44-9A59-4777FC0E706F}" type="pres">
      <dgm:prSet presAssocID="{EB023D57-D6F7-4DCB-8EA0-642CDE5144E7}" presName="composite" presStyleCnt="0"/>
      <dgm:spPr/>
    </dgm:pt>
    <dgm:pt modelId="{F22E6FC0-3A3F-DC4D-9F59-FC7C22E8E2A4}" type="pres">
      <dgm:prSet presAssocID="{EB023D57-D6F7-4DCB-8EA0-642CDE5144E7}" presName="ConnectorPoint" presStyleLbl="lnNode1" presStyleIdx="1" presStyleCnt="3"/>
      <dgm:spPr>
        <a:solidFill>
          <a:schemeClr val="accent2">
            <a:hueOff val="3221806"/>
            <a:satOff val="-9246"/>
            <a:lumOff val="-1480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70A572B-E55D-6341-A97A-A535729B8215}" type="pres">
      <dgm:prSet presAssocID="{EB023D57-D6F7-4DCB-8EA0-642CDE5144E7}" presName="DropPinPlaceHolder" presStyleCnt="0"/>
      <dgm:spPr/>
    </dgm:pt>
    <dgm:pt modelId="{B5D543DE-49F2-AE4B-9505-AD0AE9489647}" type="pres">
      <dgm:prSet presAssocID="{EB023D57-D6F7-4DCB-8EA0-642CDE5144E7}" presName="DropPin" presStyleLbl="alignNode1" presStyleIdx="1" presStyleCnt="3"/>
      <dgm:spPr/>
    </dgm:pt>
    <dgm:pt modelId="{A4C7B837-1045-E74B-9EAB-F8CF3D726D2A}" type="pres">
      <dgm:prSet presAssocID="{EB023D57-D6F7-4DCB-8EA0-642CDE5144E7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0ED8FA0B-9048-4140-A617-ED2A9F433FE3}" type="pres">
      <dgm:prSet presAssocID="{EB023D57-D6F7-4DCB-8EA0-642CDE5144E7}" presName="L2TextContainer" presStyleLbl="revTx" presStyleIdx="2" presStyleCnt="6">
        <dgm:presLayoutVars>
          <dgm:bulletEnabled val="1"/>
        </dgm:presLayoutVars>
      </dgm:prSet>
      <dgm:spPr/>
    </dgm:pt>
    <dgm:pt modelId="{1B55CB9B-FF0A-754F-8EC2-582EA88EFDD3}" type="pres">
      <dgm:prSet presAssocID="{EB023D57-D6F7-4DCB-8EA0-642CDE5144E7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96FDB1F9-74A8-E241-BABC-7B321958117B}" type="pres">
      <dgm:prSet presAssocID="{EB023D57-D6F7-4DCB-8EA0-642CDE5144E7}" presName="ConnectLine" presStyleLbl="sibTrans1D1" presStyleIdx="1" presStyleCnt="3"/>
      <dgm:spPr>
        <a:noFill/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dash"/>
          <a:miter lim="800000"/>
        </a:ln>
        <a:effectLst/>
      </dgm:spPr>
    </dgm:pt>
    <dgm:pt modelId="{070F92AE-D288-6C40-B7C7-D3B375259A7E}" type="pres">
      <dgm:prSet presAssocID="{EB023D57-D6F7-4DCB-8EA0-642CDE5144E7}" presName="EmptyPlaceHolder" presStyleCnt="0"/>
      <dgm:spPr/>
    </dgm:pt>
    <dgm:pt modelId="{B09A815A-5045-6B45-9FED-896166EDA0BF}" type="pres">
      <dgm:prSet presAssocID="{1FCB6732-7ED9-45A6-9E56-F78E4399A5F6}" presName="spaceBetweenRectangles" presStyleCnt="0"/>
      <dgm:spPr/>
    </dgm:pt>
    <dgm:pt modelId="{C090EB5C-7C07-F04E-84F6-404A92643A1E}" type="pres">
      <dgm:prSet presAssocID="{6D7DA8ED-A52E-4B69-89D5-1FAB0D75AED0}" presName="composite" presStyleCnt="0"/>
      <dgm:spPr/>
    </dgm:pt>
    <dgm:pt modelId="{AA4E508B-597B-6E47-883C-907D859C2FBD}" type="pres">
      <dgm:prSet presAssocID="{6D7DA8ED-A52E-4B69-89D5-1FAB0D75AED0}" presName="ConnectorPoint" presStyleLbl="lnNode1" presStyleIdx="2" presStyleCnt="3"/>
      <dgm:spPr>
        <a:solidFill>
          <a:schemeClr val="accent2">
            <a:hueOff val="6443612"/>
            <a:satOff val="-18493"/>
            <a:lumOff val="-2960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7421D12E-2E87-7D42-8555-F123E2144D06}" type="pres">
      <dgm:prSet presAssocID="{6D7DA8ED-A52E-4B69-89D5-1FAB0D75AED0}" presName="DropPinPlaceHolder" presStyleCnt="0"/>
      <dgm:spPr/>
    </dgm:pt>
    <dgm:pt modelId="{E9D634F6-5797-3C47-987F-747199FA1A47}" type="pres">
      <dgm:prSet presAssocID="{6D7DA8ED-A52E-4B69-89D5-1FAB0D75AED0}" presName="DropPin" presStyleLbl="alignNode1" presStyleIdx="2" presStyleCnt="3"/>
      <dgm:spPr/>
    </dgm:pt>
    <dgm:pt modelId="{8D6DFC2F-7D25-5F4F-9751-2B20950B7803}" type="pres">
      <dgm:prSet presAssocID="{6D7DA8ED-A52E-4B69-89D5-1FAB0D75AED0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gm:spPr>
    </dgm:pt>
    <dgm:pt modelId="{50C97EBE-EF0E-C94C-BB35-9F2E5080DC84}" type="pres">
      <dgm:prSet presAssocID="{6D7DA8ED-A52E-4B69-89D5-1FAB0D75AED0}" presName="L2TextContainer" presStyleLbl="revTx" presStyleIdx="4" presStyleCnt="6">
        <dgm:presLayoutVars>
          <dgm:bulletEnabled val="1"/>
        </dgm:presLayoutVars>
      </dgm:prSet>
      <dgm:spPr/>
    </dgm:pt>
    <dgm:pt modelId="{E53DA49A-8BBD-BC45-A18F-DFF7267FCE3F}" type="pres">
      <dgm:prSet presAssocID="{6D7DA8ED-A52E-4B69-89D5-1FAB0D75AED0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1E049384-EE04-4049-B2FB-F5043752C467}" type="pres">
      <dgm:prSet presAssocID="{6D7DA8ED-A52E-4B69-89D5-1FAB0D75AED0}" presName="ConnectLine" presStyleLbl="sibTrans1D1" presStyleIdx="2" presStyleCnt="3"/>
      <dgm:spPr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dash"/>
          <a:miter lim="800000"/>
        </a:ln>
        <a:effectLst/>
      </dgm:spPr>
    </dgm:pt>
    <dgm:pt modelId="{4C8BC456-248C-7F43-8D77-03F234361D5C}" type="pres">
      <dgm:prSet presAssocID="{6D7DA8ED-A52E-4B69-89D5-1FAB0D75AED0}" presName="EmptyPlaceHolder" presStyleCnt="0"/>
      <dgm:spPr/>
    </dgm:pt>
  </dgm:ptLst>
  <dgm:cxnLst>
    <dgm:cxn modelId="{068AC11B-0160-4DEC-8636-09B1ADFF3CC6}" srcId="{EB023D57-D6F7-4DCB-8EA0-642CDE5144E7}" destId="{97D5D01A-E599-4877-9DD3-E40DCAA4D482}" srcOrd="0" destOrd="0" parTransId="{A9252FE7-7717-4A79-B1DB-EF636605D807}" sibTransId="{78DBF127-99F2-440B-BDA1-9031706E990F}"/>
    <dgm:cxn modelId="{E57D8044-9830-4304-BE41-A23654EB9FFC}" srcId="{6D7DA8ED-A52E-4B69-89D5-1FAB0D75AED0}" destId="{1DAA40D3-EBA4-4864-8108-4A69B3F8FAC1}" srcOrd="0" destOrd="0" parTransId="{40745B6C-B596-42ED-ADD8-0D1695CD1EA6}" sibTransId="{9DABBBBF-C46C-457C-BE6C-758EFF2CDC92}"/>
    <dgm:cxn modelId="{B5183946-82BD-7E4C-BEB1-01E54EF9AE6F}" type="presOf" srcId="{8ED159F2-C07A-4433-969E-BA28DE66E99B}" destId="{5C14A49B-366C-4649-B475-FC1C3BE773A3}" srcOrd="0" destOrd="0" presId="urn:microsoft.com/office/officeart/2017/3/layout/DropPinTimeline"/>
    <dgm:cxn modelId="{FA23BA95-C607-364E-806B-3964A99B15AD}" type="presOf" srcId="{A2B58139-2466-4881-B7ED-194514E24B9E}" destId="{B0A1B852-835B-774D-A39A-BB6B23C823FE}" srcOrd="0" destOrd="0" presId="urn:microsoft.com/office/officeart/2017/3/layout/DropPinTimeline"/>
    <dgm:cxn modelId="{9482CE99-C15D-4C5C-BA5E-33F468A6C8BC}" srcId="{8ED159F2-C07A-4433-969E-BA28DE66E99B}" destId="{B0522956-FFD2-4151-8667-85190FDE50C7}" srcOrd="0" destOrd="0" parTransId="{A6E3DB7E-60A7-430B-9EA4-B8D88031A2C8}" sibTransId="{34D5FB3A-C8C9-412E-8BAE-F8EB67CF2710}"/>
    <dgm:cxn modelId="{359469AB-8E52-4D0F-92FD-2F8B846BEF59}" srcId="{A2B58139-2466-4881-B7ED-194514E24B9E}" destId="{EB023D57-D6F7-4DCB-8EA0-642CDE5144E7}" srcOrd="1" destOrd="0" parTransId="{F97F7F50-E97E-4A5C-A46C-A0C06A967CA0}" sibTransId="{1FCB6732-7ED9-45A6-9E56-F78E4399A5F6}"/>
    <dgm:cxn modelId="{346AEABC-77E1-7945-96E6-7262311DFE28}" type="presOf" srcId="{EB023D57-D6F7-4DCB-8EA0-642CDE5144E7}" destId="{1B55CB9B-FF0A-754F-8EC2-582EA88EFDD3}" srcOrd="0" destOrd="0" presId="urn:microsoft.com/office/officeart/2017/3/layout/DropPinTimeline"/>
    <dgm:cxn modelId="{09DE2EC3-2D3A-8446-A978-F94C4B0FBB69}" type="presOf" srcId="{6D7DA8ED-A52E-4B69-89D5-1FAB0D75AED0}" destId="{E53DA49A-8BBD-BC45-A18F-DFF7267FCE3F}" srcOrd="0" destOrd="0" presId="urn:microsoft.com/office/officeart/2017/3/layout/DropPinTimeline"/>
    <dgm:cxn modelId="{04FE98C8-3DF6-44BC-834F-CCBD19EAE395}" srcId="{A2B58139-2466-4881-B7ED-194514E24B9E}" destId="{8ED159F2-C07A-4433-969E-BA28DE66E99B}" srcOrd="0" destOrd="0" parTransId="{72608442-0D39-4121-B06E-29EEA0E1D6A0}" sibTransId="{3C855570-E43B-4D16-9933-1C57392E28AF}"/>
    <dgm:cxn modelId="{6DFAC3CE-C06A-1044-9C1B-8780BED40CDE}" type="presOf" srcId="{1DAA40D3-EBA4-4864-8108-4A69B3F8FAC1}" destId="{50C97EBE-EF0E-C94C-BB35-9F2E5080DC84}" srcOrd="0" destOrd="0" presId="urn:microsoft.com/office/officeart/2017/3/layout/DropPinTimeline"/>
    <dgm:cxn modelId="{590808D4-7067-4174-86EA-489EC8DA0D83}" srcId="{A2B58139-2466-4881-B7ED-194514E24B9E}" destId="{6D7DA8ED-A52E-4B69-89D5-1FAB0D75AED0}" srcOrd="2" destOrd="0" parTransId="{D3CC0B17-9E7B-487B-B757-B9B37E599F4A}" sibTransId="{FA72A9D3-407E-4696-8553-F91397B1038A}"/>
    <dgm:cxn modelId="{43288ED4-5E55-3443-9A0D-88C09363DDE6}" type="presOf" srcId="{97D5D01A-E599-4877-9DD3-E40DCAA4D482}" destId="{0ED8FA0B-9048-4140-A617-ED2A9F433FE3}" srcOrd="0" destOrd="0" presId="urn:microsoft.com/office/officeart/2017/3/layout/DropPinTimeline"/>
    <dgm:cxn modelId="{06DF2DEE-7469-AA45-B25F-C6A02A1D29A1}" type="presOf" srcId="{B0522956-FFD2-4151-8667-85190FDE50C7}" destId="{2129FAEA-0724-1B40-9823-0C85835277DC}" srcOrd="0" destOrd="0" presId="urn:microsoft.com/office/officeart/2017/3/layout/DropPinTimeline"/>
    <dgm:cxn modelId="{848C8C50-B839-CD46-B68E-4486226299F2}" type="presParOf" srcId="{B0A1B852-835B-774D-A39A-BB6B23C823FE}" destId="{C17D6892-AE7B-4E43-BE72-2E62BC404FB5}" srcOrd="0" destOrd="0" presId="urn:microsoft.com/office/officeart/2017/3/layout/DropPinTimeline"/>
    <dgm:cxn modelId="{E7CCF596-0427-944A-B242-E54F9D242BC2}" type="presParOf" srcId="{B0A1B852-835B-774D-A39A-BB6B23C823FE}" destId="{BF203330-32D9-434E-AE8C-483AB62801DC}" srcOrd="1" destOrd="0" presId="urn:microsoft.com/office/officeart/2017/3/layout/DropPinTimeline"/>
    <dgm:cxn modelId="{509EF6EC-AFA9-9E43-8F42-CF91BFF13101}" type="presParOf" srcId="{BF203330-32D9-434E-AE8C-483AB62801DC}" destId="{1728AB49-22B1-F94E-89F3-A6304037C6E3}" srcOrd="0" destOrd="0" presId="urn:microsoft.com/office/officeart/2017/3/layout/DropPinTimeline"/>
    <dgm:cxn modelId="{938AEA4D-769F-9C42-AEA3-04AF9B471EDB}" type="presParOf" srcId="{1728AB49-22B1-F94E-89F3-A6304037C6E3}" destId="{33E87340-3E19-CE44-8FBB-D0352BEB545B}" srcOrd="0" destOrd="0" presId="urn:microsoft.com/office/officeart/2017/3/layout/DropPinTimeline"/>
    <dgm:cxn modelId="{B34037EF-D9B7-5F42-B6DC-8D29C448AFBC}" type="presParOf" srcId="{1728AB49-22B1-F94E-89F3-A6304037C6E3}" destId="{3DCAC880-EEEB-DE41-9D44-7036B31CC68A}" srcOrd="1" destOrd="0" presId="urn:microsoft.com/office/officeart/2017/3/layout/DropPinTimeline"/>
    <dgm:cxn modelId="{FFE885FC-AD72-2944-AD27-F5C8AF50A8D0}" type="presParOf" srcId="{3DCAC880-EEEB-DE41-9D44-7036B31CC68A}" destId="{CEADA122-3E65-7545-A3E0-1F02D9119428}" srcOrd="0" destOrd="0" presId="urn:microsoft.com/office/officeart/2017/3/layout/DropPinTimeline"/>
    <dgm:cxn modelId="{1D7B49AE-1CF0-5C49-93A4-CBE05E917ACF}" type="presParOf" srcId="{3DCAC880-EEEB-DE41-9D44-7036B31CC68A}" destId="{2B3DB2D9-204A-754F-91EC-1F7F093FF397}" srcOrd="1" destOrd="0" presId="urn:microsoft.com/office/officeart/2017/3/layout/DropPinTimeline"/>
    <dgm:cxn modelId="{6E9DFC57-333D-EC4F-8449-62A8A9CB2B30}" type="presParOf" srcId="{1728AB49-22B1-F94E-89F3-A6304037C6E3}" destId="{2129FAEA-0724-1B40-9823-0C85835277DC}" srcOrd="2" destOrd="0" presId="urn:microsoft.com/office/officeart/2017/3/layout/DropPinTimeline"/>
    <dgm:cxn modelId="{90E4E85F-4139-854E-AC1B-FAFAD6FB09DC}" type="presParOf" srcId="{1728AB49-22B1-F94E-89F3-A6304037C6E3}" destId="{5C14A49B-366C-4649-B475-FC1C3BE773A3}" srcOrd="3" destOrd="0" presId="urn:microsoft.com/office/officeart/2017/3/layout/DropPinTimeline"/>
    <dgm:cxn modelId="{9EBA8278-D8B5-3A46-93EB-69EB9035A6AF}" type="presParOf" srcId="{1728AB49-22B1-F94E-89F3-A6304037C6E3}" destId="{CF542369-E554-8246-B11E-E21B69FAE763}" srcOrd="4" destOrd="0" presId="urn:microsoft.com/office/officeart/2017/3/layout/DropPinTimeline"/>
    <dgm:cxn modelId="{6BE8F77E-CD7C-DD43-A864-89BF70361FD2}" type="presParOf" srcId="{1728AB49-22B1-F94E-89F3-A6304037C6E3}" destId="{662E99FF-BE39-6845-B675-AC5647A9CDBD}" srcOrd="5" destOrd="0" presId="urn:microsoft.com/office/officeart/2017/3/layout/DropPinTimeline"/>
    <dgm:cxn modelId="{1866571D-4A27-8946-AEE8-1759ABA58709}" type="presParOf" srcId="{BF203330-32D9-434E-AE8C-483AB62801DC}" destId="{8D5B4DDD-E807-5340-A9D0-E568900B657E}" srcOrd="1" destOrd="0" presId="urn:microsoft.com/office/officeart/2017/3/layout/DropPinTimeline"/>
    <dgm:cxn modelId="{6B73055D-BBF5-7043-B0D6-B93035624A93}" type="presParOf" srcId="{BF203330-32D9-434E-AE8C-483AB62801DC}" destId="{9B6806B4-97AC-5F44-9A59-4777FC0E706F}" srcOrd="2" destOrd="0" presId="urn:microsoft.com/office/officeart/2017/3/layout/DropPinTimeline"/>
    <dgm:cxn modelId="{6203389E-232D-CD4C-863B-C50DD332B3B6}" type="presParOf" srcId="{9B6806B4-97AC-5F44-9A59-4777FC0E706F}" destId="{F22E6FC0-3A3F-DC4D-9F59-FC7C22E8E2A4}" srcOrd="0" destOrd="0" presId="urn:microsoft.com/office/officeart/2017/3/layout/DropPinTimeline"/>
    <dgm:cxn modelId="{0F789E0B-8E7C-9D45-8730-6FCD852BB5C8}" type="presParOf" srcId="{9B6806B4-97AC-5F44-9A59-4777FC0E706F}" destId="{470A572B-E55D-6341-A97A-A535729B8215}" srcOrd="1" destOrd="0" presId="urn:microsoft.com/office/officeart/2017/3/layout/DropPinTimeline"/>
    <dgm:cxn modelId="{11652C54-2286-124E-A51F-DC672EA8B6EF}" type="presParOf" srcId="{470A572B-E55D-6341-A97A-A535729B8215}" destId="{B5D543DE-49F2-AE4B-9505-AD0AE9489647}" srcOrd="0" destOrd="0" presId="urn:microsoft.com/office/officeart/2017/3/layout/DropPinTimeline"/>
    <dgm:cxn modelId="{7E4CF2C0-52D6-494E-B413-E1E6F862877E}" type="presParOf" srcId="{470A572B-E55D-6341-A97A-A535729B8215}" destId="{A4C7B837-1045-E74B-9EAB-F8CF3D726D2A}" srcOrd="1" destOrd="0" presId="urn:microsoft.com/office/officeart/2017/3/layout/DropPinTimeline"/>
    <dgm:cxn modelId="{045A47AD-6744-664F-B9B9-C62084FE1726}" type="presParOf" srcId="{9B6806B4-97AC-5F44-9A59-4777FC0E706F}" destId="{0ED8FA0B-9048-4140-A617-ED2A9F433FE3}" srcOrd="2" destOrd="0" presId="urn:microsoft.com/office/officeart/2017/3/layout/DropPinTimeline"/>
    <dgm:cxn modelId="{DE62E38B-2283-8F4C-A229-BA5DE190E0B0}" type="presParOf" srcId="{9B6806B4-97AC-5F44-9A59-4777FC0E706F}" destId="{1B55CB9B-FF0A-754F-8EC2-582EA88EFDD3}" srcOrd="3" destOrd="0" presId="urn:microsoft.com/office/officeart/2017/3/layout/DropPinTimeline"/>
    <dgm:cxn modelId="{84D8D7D9-F6CD-4A4A-8696-933F64D0EC32}" type="presParOf" srcId="{9B6806B4-97AC-5F44-9A59-4777FC0E706F}" destId="{96FDB1F9-74A8-E241-BABC-7B321958117B}" srcOrd="4" destOrd="0" presId="urn:microsoft.com/office/officeart/2017/3/layout/DropPinTimeline"/>
    <dgm:cxn modelId="{E7E80AA5-39B3-2343-B785-3F994115893D}" type="presParOf" srcId="{9B6806B4-97AC-5F44-9A59-4777FC0E706F}" destId="{070F92AE-D288-6C40-B7C7-D3B375259A7E}" srcOrd="5" destOrd="0" presId="urn:microsoft.com/office/officeart/2017/3/layout/DropPinTimeline"/>
    <dgm:cxn modelId="{C1368384-48C1-9A4D-937A-12547055B0BF}" type="presParOf" srcId="{BF203330-32D9-434E-AE8C-483AB62801DC}" destId="{B09A815A-5045-6B45-9FED-896166EDA0BF}" srcOrd="3" destOrd="0" presId="urn:microsoft.com/office/officeart/2017/3/layout/DropPinTimeline"/>
    <dgm:cxn modelId="{55B06700-B707-C048-A5DF-7BD0317BB049}" type="presParOf" srcId="{BF203330-32D9-434E-AE8C-483AB62801DC}" destId="{C090EB5C-7C07-F04E-84F6-404A92643A1E}" srcOrd="4" destOrd="0" presId="urn:microsoft.com/office/officeart/2017/3/layout/DropPinTimeline"/>
    <dgm:cxn modelId="{730E36A8-597C-9447-BA98-8F5CE199595A}" type="presParOf" srcId="{C090EB5C-7C07-F04E-84F6-404A92643A1E}" destId="{AA4E508B-597B-6E47-883C-907D859C2FBD}" srcOrd="0" destOrd="0" presId="urn:microsoft.com/office/officeart/2017/3/layout/DropPinTimeline"/>
    <dgm:cxn modelId="{D6261194-1A7E-4A4F-A1C3-6665E2F07130}" type="presParOf" srcId="{C090EB5C-7C07-F04E-84F6-404A92643A1E}" destId="{7421D12E-2E87-7D42-8555-F123E2144D06}" srcOrd="1" destOrd="0" presId="urn:microsoft.com/office/officeart/2017/3/layout/DropPinTimeline"/>
    <dgm:cxn modelId="{30BECABE-E9EE-7943-A46F-FB4F7BDD5AEE}" type="presParOf" srcId="{7421D12E-2E87-7D42-8555-F123E2144D06}" destId="{E9D634F6-5797-3C47-987F-747199FA1A47}" srcOrd="0" destOrd="0" presId="urn:microsoft.com/office/officeart/2017/3/layout/DropPinTimeline"/>
    <dgm:cxn modelId="{564615C4-DA18-364B-AF19-B08BCEABF20E}" type="presParOf" srcId="{7421D12E-2E87-7D42-8555-F123E2144D06}" destId="{8D6DFC2F-7D25-5F4F-9751-2B20950B7803}" srcOrd="1" destOrd="0" presId="urn:microsoft.com/office/officeart/2017/3/layout/DropPinTimeline"/>
    <dgm:cxn modelId="{69B9607A-2BE3-B848-9574-2E3D89B73F19}" type="presParOf" srcId="{C090EB5C-7C07-F04E-84F6-404A92643A1E}" destId="{50C97EBE-EF0E-C94C-BB35-9F2E5080DC84}" srcOrd="2" destOrd="0" presId="urn:microsoft.com/office/officeart/2017/3/layout/DropPinTimeline"/>
    <dgm:cxn modelId="{676189DB-8FAE-C244-B5A4-054A723E9637}" type="presParOf" srcId="{C090EB5C-7C07-F04E-84F6-404A92643A1E}" destId="{E53DA49A-8BBD-BC45-A18F-DFF7267FCE3F}" srcOrd="3" destOrd="0" presId="urn:microsoft.com/office/officeart/2017/3/layout/DropPinTimeline"/>
    <dgm:cxn modelId="{E79AD0EA-449D-9D4F-BB88-83F9168432F4}" type="presParOf" srcId="{C090EB5C-7C07-F04E-84F6-404A92643A1E}" destId="{1E049384-EE04-4049-B2FB-F5043752C467}" srcOrd="4" destOrd="0" presId="urn:microsoft.com/office/officeart/2017/3/layout/DropPinTimeline"/>
    <dgm:cxn modelId="{0C4E433B-9E25-BC4E-82A0-63802C8AE4C4}" type="presParOf" srcId="{C090EB5C-7C07-F04E-84F6-404A92643A1E}" destId="{4C8BC456-248C-7F43-8D77-03F234361D5C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BD96C8D-8D6C-4F7F-BD02-95C414C5095F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C20D01D-21E5-479D-8590-925BEADECEC2}">
      <dgm:prSet/>
      <dgm:spPr/>
      <dgm:t>
        <a:bodyPr/>
        <a:lstStyle/>
        <a:p>
          <a:r>
            <a:rPr lang="en-US" dirty="0"/>
            <a:t>First Review Options to Leverage LLMs</a:t>
          </a:r>
        </a:p>
      </dgm:t>
    </dgm:pt>
    <dgm:pt modelId="{9F0FC650-F4ED-4B74-B076-579924E6F6C1}" type="parTrans" cxnId="{99561346-EE6F-43A0-A001-2BAF7738B71E}">
      <dgm:prSet/>
      <dgm:spPr/>
      <dgm:t>
        <a:bodyPr/>
        <a:lstStyle/>
        <a:p>
          <a:endParaRPr lang="en-US"/>
        </a:p>
      </dgm:t>
    </dgm:pt>
    <dgm:pt modelId="{603FDAEB-20DE-4EF7-90CC-753CF51A4532}" type="sibTrans" cxnId="{99561346-EE6F-43A0-A001-2BAF7738B71E}">
      <dgm:prSet/>
      <dgm:spPr/>
      <dgm:t>
        <a:bodyPr/>
        <a:lstStyle/>
        <a:p>
          <a:endParaRPr lang="en-US"/>
        </a:p>
      </dgm:t>
    </dgm:pt>
    <dgm:pt modelId="{3B146556-7F70-49EE-9F83-C792D419F7B9}">
      <dgm:prSet/>
      <dgm:spPr/>
      <dgm:t>
        <a:bodyPr/>
        <a:lstStyle/>
        <a:p>
          <a:r>
            <a:rPr lang="en-US" dirty="0"/>
            <a:t>Explore AI tools provided by ASU </a:t>
          </a:r>
        </a:p>
      </dgm:t>
    </dgm:pt>
    <dgm:pt modelId="{CA1ED258-EB5E-45C5-9D5F-3F8C3255CDEC}" type="parTrans" cxnId="{8A67BE4E-F3B9-4511-92FD-F329C2C3CEDD}">
      <dgm:prSet/>
      <dgm:spPr/>
      <dgm:t>
        <a:bodyPr/>
        <a:lstStyle/>
        <a:p>
          <a:endParaRPr lang="en-US"/>
        </a:p>
      </dgm:t>
    </dgm:pt>
    <dgm:pt modelId="{5D6238D8-6F19-4ECB-BD15-2043E849FF92}" type="sibTrans" cxnId="{8A67BE4E-F3B9-4511-92FD-F329C2C3CEDD}">
      <dgm:prSet/>
      <dgm:spPr/>
      <dgm:t>
        <a:bodyPr/>
        <a:lstStyle/>
        <a:p>
          <a:endParaRPr lang="en-US"/>
        </a:p>
      </dgm:t>
    </dgm:pt>
    <dgm:pt modelId="{8BCBD6C8-673B-FF4C-980B-EC430F65C606}" type="pres">
      <dgm:prSet presAssocID="{6BD96C8D-8D6C-4F7F-BD02-95C414C5095F}" presName="diagram" presStyleCnt="0">
        <dgm:presLayoutVars>
          <dgm:dir/>
          <dgm:resizeHandles val="exact"/>
        </dgm:presLayoutVars>
      </dgm:prSet>
      <dgm:spPr/>
    </dgm:pt>
    <dgm:pt modelId="{0DF68E93-0E72-8147-AA93-139F238C9CF0}" type="pres">
      <dgm:prSet presAssocID="{FC20D01D-21E5-479D-8590-925BEADECEC2}" presName="node" presStyleLbl="node1" presStyleIdx="0" presStyleCnt="2">
        <dgm:presLayoutVars>
          <dgm:bulletEnabled val="1"/>
        </dgm:presLayoutVars>
      </dgm:prSet>
      <dgm:spPr/>
    </dgm:pt>
    <dgm:pt modelId="{101500F0-5785-D746-8B80-01B72D2EFB8A}" type="pres">
      <dgm:prSet presAssocID="{603FDAEB-20DE-4EF7-90CC-753CF51A4532}" presName="sibTrans" presStyleLbl="sibTrans2D1" presStyleIdx="0" presStyleCnt="1"/>
      <dgm:spPr/>
    </dgm:pt>
    <dgm:pt modelId="{A7D8AE6D-16D5-5B4A-B233-C40B22E257E1}" type="pres">
      <dgm:prSet presAssocID="{603FDAEB-20DE-4EF7-90CC-753CF51A4532}" presName="connectorText" presStyleLbl="sibTrans2D1" presStyleIdx="0" presStyleCnt="1"/>
      <dgm:spPr/>
    </dgm:pt>
    <dgm:pt modelId="{7950133E-29C2-9746-9AB5-DC0119DF84CF}" type="pres">
      <dgm:prSet presAssocID="{3B146556-7F70-49EE-9F83-C792D419F7B9}" presName="node" presStyleLbl="node1" presStyleIdx="1" presStyleCnt="2">
        <dgm:presLayoutVars>
          <dgm:bulletEnabled val="1"/>
        </dgm:presLayoutVars>
      </dgm:prSet>
      <dgm:spPr/>
    </dgm:pt>
  </dgm:ptLst>
  <dgm:cxnLst>
    <dgm:cxn modelId="{0321E80E-3A34-E74A-B52E-7E6BB264AD32}" type="presOf" srcId="{6BD96C8D-8D6C-4F7F-BD02-95C414C5095F}" destId="{8BCBD6C8-673B-FF4C-980B-EC430F65C606}" srcOrd="0" destOrd="0" presId="urn:microsoft.com/office/officeart/2005/8/layout/process5"/>
    <dgm:cxn modelId="{64F86612-56F5-2E4B-A98F-6052230AA173}" type="presOf" srcId="{603FDAEB-20DE-4EF7-90CC-753CF51A4532}" destId="{A7D8AE6D-16D5-5B4A-B233-C40B22E257E1}" srcOrd="1" destOrd="0" presId="urn:microsoft.com/office/officeart/2005/8/layout/process5"/>
    <dgm:cxn modelId="{F129AA22-8F1F-9A4B-8B7D-C9CB4AB5DBD8}" type="presOf" srcId="{603FDAEB-20DE-4EF7-90CC-753CF51A4532}" destId="{101500F0-5785-D746-8B80-01B72D2EFB8A}" srcOrd="0" destOrd="0" presId="urn:microsoft.com/office/officeart/2005/8/layout/process5"/>
    <dgm:cxn modelId="{99561346-EE6F-43A0-A001-2BAF7738B71E}" srcId="{6BD96C8D-8D6C-4F7F-BD02-95C414C5095F}" destId="{FC20D01D-21E5-479D-8590-925BEADECEC2}" srcOrd="0" destOrd="0" parTransId="{9F0FC650-F4ED-4B74-B076-579924E6F6C1}" sibTransId="{603FDAEB-20DE-4EF7-90CC-753CF51A4532}"/>
    <dgm:cxn modelId="{8A67BE4E-F3B9-4511-92FD-F329C2C3CEDD}" srcId="{6BD96C8D-8D6C-4F7F-BD02-95C414C5095F}" destId="{3B146556-7F70-49EE-9F83-C792D419F7B9}" srcOrd="1" destOrd="0" parTransId="{CA1ED258-EB5E-45C5-9D5F-3F8C3255CDEC}" sibTransId="{5D6238D8-6F19-4ECB-BD15-2043E849FF92}"/>
    <dgm:cxn modelId="{4543345E-7540-F948-A6C7-48087DB3666D}" type="presOf" srcId="{3B146556-7F70-49EE-9F83-C792D419F7B9}" destId="{7950133E-29C2-9746-9AB5-DC0119DF84CF}" srcOrd="0" destOrd="0" presId="urn:microsoft.com/office/officeart/2005/8/layout/process5"/>
    <dgm:cxn modelId="{0D8DEAF5-513B-B043-99A4-DD5BD9599F08}" type="presOf" srcId="{FC20D01D-21E5-479D-8590-925BEADECEC2}" destId="{0DF68E93-0E72-8147-AA93-139F238C9CF0}" srcOrd="0" destOrd="0" presId="urn:microsoft.com/office/officeart/2005/8/layout/process5"/>
    <dgm:cxn modelId="{02ACC76E-EE42-1B47-951A-774BFC8726B5}" type="presParOf" srcId="{8BCBD6C8-673B-FF4C-980B-EC430F65C606}" destId="{0DF68E93-0E72-8147-AA93-139F238C9CF0}" srcOrd="0" destOrd="0" presId="urn:microsoft.com/office/officeart/2005/8/layout/process5"/>
    <dgm:cxn modelId="{174A4943-1CB8-3B48-9D0C-A23E39D0C396}" type="presParOf" srcId="{8BCBD6C8-673B-FF4C-980B-EC430F65C606}" destId="{101500F0-5785-D746-8B80-01B72D2EFB8A}" srcOrd="1" destOrd="0" presId="urn:microsoft.com/office/officeart/2005/8/layout/process5"/>
    <dgm:cxn modelId="{26224CDF-7E8D-3D48-B10A-DD3F499AB3B2}" type="presParOf" srcId="{101500F0-5785-D746-8B80-01B72D2EFB8A}" destId="{A7D8AE6D-16D5-5B4A-B233-C40B22E257E1}" srcOrd="0" destOrd="0" presId="urn:microsoft.com/office/officeart/2005/8/layout/process5"/>
    <dgm:cxn modelId="{DD41F9CE-8F56-944B-A6E7-D659B11A1F37}" type="presParOf" srcId="{8BCBD6C8-673B-FF4C-980B-EC430F65C606}" destId="{7950133E-29C2-9746-9AB5-DC0119DF84CF}" srcOrd="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698949-E68B-435C-8C80-BE6DF891638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E6D514-E8E5-4800-AB68-391F7ABB565A}">
      <dgm:prSet/>
      <dgm:spPr/>
      <dgm:t>
        <a:bodyPr/>
        <a:lstStyle/>
        <a:p>
          <a:r>
            <a:rPr lang="en-US" dirty="0" err="1">
              <a:hlinkClick xmlns:r="http://schemas.openxmlformats.org/officeDocument/2006/relationships" r:id="rId1"/>
            </a:rPr>
            <a:t>CreateAI</a:t>
          </a:r>
          <a:r>
            <a:rPr lang="en-US" dirty="0">
              <a:hlinkClick xmlns:r="http://schemas.openxmlformats.org/officeDocument/2006/relationships" r:id="rId1"/>
            </a:rPr>
            <a:t> Builder</a:t>
          </a:r>
          <a:endParaRPr lang="en-US" dirty="0"/>
        </a:p>
      </dgm:t>
    </dgm:pt>
    <dgm:pt modelId="{19395E91-0358-4055-A382-29B10004586E}" type="parTrans" cxnId="{2E1C2BCB-A503-4671-ABF9-74EC047F290B}">
      <dgm:prSet/>
      <dgm:spPr/>
      <dgm:t>
        <a:bodyPr/>
        <a:lstStyle/>
        <a:p>
          <a:endParaRPr lang="en-US"/>
        </a:p>
      </dgm:t>
    </dgm:pt>
    <dgm:pt modelId="{6E992266-7415-47FB-A589-582B6784B9F7}" type="sibTrans" cxnId="{2E1C2BCB-A503-4671-ABF9-74EC047F290B}">
      <dgm:prSet/>
      <dgm:spPr/>
      <dgm:t>
        <a:bodyPr/>
        <a:lstStyle/>
        <a:p>
          <a:endParaRPr lang="en-US"/>
        </a:p>
      </dgm:t>
    </dgm:pt>
    <dgm:pt modelId="{DCE98087-D0F0-4330-B274-387355E522D2}">
      <dgm:prSet/>
      <dgm:spPr/>
      <dgm:t>
        <a:bodyPr/>
        <a:lstStyle/>
        <a:p>
          <a:r>
            <a:rPr lang="en-US" b="0" dirty="0"/>
            <a:t>ChatGPT Edu</a:t>
          </a:r>
        </a:p>
      </dgm:t>
    </dgm:pt>
    <dgm:pt modelId="{6A53A339-390E-4A20-A62D-0C51BBD78DFC}" type="parTrans" cxnId="{86C4D1DD-ECAC-490D-82FB-32C9CA3C36D4}">
      <dgm:prSet/>
      <dgm:spPr/>
      <dgm:t>
        <a:bodyPr/>
        <a:lstStyle/>
        <a:p>
          <a:endParaRPr lang="en-US"/>
        </a:p>
      </dgm:t>
    </dgm:pt>
    <dgm:pt modelId="{33C275B3-B214-47B0-B6DA-B142AD678446}" type="sibTrans" cxnId="{86C4D1DD-ECAC-490D-82FB-32C9CA3C36D4}">
      <dgm:prSet/>
      <dgm:spPr/>
      <dgm:t>
        <a:bodyPr/>
        <a:lstStyle/>
        <a:p>
          <a:endParaRPr lang="en-US"/>
        </a:p>
      </dgm:t>
    </dgm:pt>
    <dgm:pt modelId="{BB2E5DD0-6720-4013-A7B7-E5741BB92611}">
      <dgm:prSet/>
      <dgm:spPr/>
      <dgm:t>
        <a:bodyPr/>
        <a:lstStyle/>
        <a:p>
          <a:r>
            <a:rPr lang="en-US" b="0" dirty="0"/>
            <a:t>Google Gemini for Education</a:t>
          </a:r>
        </a:p>
      </dgm:t>
    </dgm:pt>
    <dgm:pt modelId="{194ADC46-7B3A-4AB8-9D4B-72019DC0F2E9}" type="parTrans" cxnId="{05A707D8-A92C-467A-869E-EB0BEDEF704A}">
      <dgm:prSet/>
      <dgm:spPr/>
      <dgm:t>
        <a:bodyPr/>
        <a:lstStyle/>
        <a:p>
          <a:endParaRPr lang="en-US"/>
        </a:p>
      </dgm:t>
    </dgm:pt>
    <dgm:pt modelId="{702EF371-FB70-4384-8F39-DD8379AD5780}" type="sibTrans" cxnId="{05A707D8-A92C-467A-869E-EB0BEDEF704A}">
      <dgm:prSet/>
      <dgm:spPr/>
      <dgm:t>
        <a:bodyPr/>
        <a:lstStyle/>
        <a:p>
          <a:endParaRPr lang="en-US"/>
        </a:p>
      </dgm:t>
    </dgm:pt>
    <dgm:pt modelId="{A27E784F-A829-4944-9563-850064C8F954}" type="pres">
      <dgm:prSet presAssocID="{90698949-E68B-435C-8C80-BE6DF8916380}" presName="vert0" presStyleCnt="0">
        <dgm:presLayoutVars>
          <dgm:dir/>
          <dgm:animOne val="branch"/>
          <dgm:animLvl val="lvl"/>
        </dgm:presLayoutVars>
      </dgm:prSet>
      <dgm:spPr/>
    </dgm:pt>
    <dgm:pt modelId="{8A4E6E6D-2A8C-144F-8898-1F98DAD5CF58}" type="pres">
      <dgm:prSet presAssocID="{5FE6D514-E8E5-4800-AB68-391F7ABB565A}" presName="thickLine" presStyleLbl="alignNode1" presStyleIdx="0" presStyleCnt="3"/>
      <dgm:spPr/>
    </dgm:pt>
    <dgm:pt modelId="{D5180A56-5184-4448-83DC-07FAF80BC971}" type="pres">
      <dgm:prSet presAssocID="{5FE6D514-E8E5-4800-AB68-391F7ABB565A}" presName="horz1" presStyleCnt="0"/>
      <dgm:spPr/>
    </dgm:pt>
    <dgm:pt modelId="{3D7A074A-D5C3-914E-83C2-189A6CEC2B32}" type="pres">
      <dgm:prSet presAssocID="{5FE6D514-E8E5-4800-AB68-391F7ABB565A}" presName="tx1" presStyleLbl="revTx" presStyleIdx="0" presStyleCnt="3"/>
      <dgm:spPr/>
    </dgm:pt>
    <dgm:pt modelId="{4D76D5D9-A9C6-6043-9DDB-2407E9F4DAFB}" type="pres">
      <dgm:prSet presAssocID="{5FE6D514-E8E5-4800-AB68-391F7ABB565A}" presName="vert1" presStyleCnt="0"/>
      <dgm:spPr/>
    </dgm:pt>
    <dgm:pt modelId="{72A9A4D2-34E0-E24D-943E-6BED9A8CAF53}" type="pres">
      <dgm:prSet presAssocID="{DCE98087-D0F0-4330-B274-387355E522D2}" presName="thickLine" presStyleLbl="alignNode1" presStyleIdx="1" presStyleCnt="3"/>
      <dgm:spPr/>
    </dgm:pt>
    <dgm:pt modelId="{F8506470-35A2-2A40-ADAB-D5CD2B975B14}" type="pres">
      <dgm:prSet presAssocID="{DCE98087-D0F0-4330-B274-387355E522D2}" presName="horz1" presStyleCnt="0"/>
      <dgm:spPr/>
    </dgm:pt>
    <dgm:pt modelId="{1E5FCA13-67FD-0242-8F66-C823A82FF244}" type="pres">
      <dgm:prSet presAssocID="{DCE98087-D0F0-4330-B274-387355E522D2}" presName="tx1" presStyleLbl="revTx" presStyleIdx="1" presStyleCnt="3"/>
      <dgm:spPr/>
    </dgm:pt>
    <dgm:pt modelId="{41D0C113-7CFD-5B47-9289-EFF2174AE648}" type="pres">
      <dgm:prSet presAssocID="{DCE98087-D0F0-4330-B274-387355E522D2}" presName="vert1" presStyleCnt="0"/>
      <dgm:spPr/>
    </dgm:pt>
    <dgm:pt modelId="{1030B11C-3828-C642-9C12-C938F1157C49}" type="pres">
      <dgm:prSet presAssocID="{BB2E5DD0-6720-4013-A7B7-E5741BB92611}" presName="thickLine" presStyleLbl="alignNode1" presStyleIdx="2" presStyleCnt="3"/>
      <dgm:spPr/>
    </dgm:pt>
    <dgm:pt modelId="{11CD1089-B334-1E44-B508-F2A52DAC68F8}" type="pres">
      <dgm:prSet presAssocID="{BB2E5DD0-6720-4013-A7B7-E5741BB92611}" presName="horz1" presStyleCnt="0"/>
      <dgm:spPr/>
    </dgm:pt>
    <dgm:pt modelId="{E3F7DB87-4449-8C4E-8168-DDB7DC205E56}" type="pres">
      <dgm:prSet presAssocID="{BB2E5DD0-6720-4013-A7B7-E5741BB92611}" presName="tx1" presStyleLbl="revTx" presStyleIdx="2" presStyleCnt="3"/>
      <dgm:spPr/>
    </dgm:pt>
    <dgm:pt modelId="{C18501FD-3FCE-5840-862E-1F0EF7431C33}" type="pres">
      <dgm:prSet presAssocID="{BB2E5DD0-6720-4013-A7B7-E5741BB92611}" presName="vert1" presStyleCnt="0"/>
      <dgm:spPr/>
    </dgm:pt>
  </dgm:ptLst>
  <dgm:cxnLst>
    <dgm:cxn modelId="{DE83048D-CF21-C34E-85D0-620DEECFE89C}" type="presOf" srcId="{5FE6D514-E8E5-4800-AB68-391F7ABB565A}" destId="{3D7A074A-D5C3-914E-83C2-189A6CEC2B32}" srcOrd="0" destOrd="0" presId="urn:microsoft.com/office/officeart/2008/layout/LinedList"/>
    <dgm:cxn modelId="{D2F62F96-A756-6D43-B72C-9268FCA62489}" type="presOf" srcId="{90698949-E68B-435C-8C80-BE6DF8916380}" destId="{A27E784F-A829-4944-9563-850064C8F954}" srcOrd="0" destOrd="0" presId="urn:microsoft.com/office/officeart/2008/layout/LinedList"/>
    <dgm:cxn modelId="{633C2BB9-69F6-0C4B-85E8-E49145838EFF}" type="presOf" srcId="{BB2E5DD0-6720-4013-A7B7-E5741BB92611}" destId="{E3F7DB87-4449-8C4E-8168-DDB7DC205E56}" srcOrd="0" destOrd="0" presId="urn:microsoft.com/office/officeart/2008/layout/LinedList"/>
    <dgm:cxn modelId="{AF5BFEBD-4767-E445-9FF0-EA5962908B01}" type="presOf" srcId="{DCE98087-D0F0-4330-B274-387355E522D2}" destId="{1E5FCA13-67FD-0242-8F66-C823A82FF244}" srcOrd="0" destOrd="0" presId="urn:microsoft.com/office/officeart/2008/layout/LinedList"/>
    <dgm:cxn modelId="{2E1C2BCB-A503-4671-ABF9-74EC047F290B}" srcId="{90698949-E68B-435C-8C80-BE6DF8916380}" destId="{5FE6D514-E8E5-4800-AB68-391F7ABB565A}" srcOrd="0" destOrd="0" parTransId="{19395E91-0358-4055-A382-29B10004586E}" sibTransId="{6E992266-7415-47FB-A589-582B6784B9F7}"/>
    <dgm:cxn modelId="{05A707D8-A92C-467A-869E-EB0BEDEF704A}" srcId="{90698949-E68B-435C-8C80-BE6DF8916380}" destId="{BB2E5DD0-6720-4013-A7B7-E5741BB92611}" srcOrd="2" destOrd="0" parTransId="{194ADC46-7B3A-4AB8-9D4B-72019DC0F2E9}" sibTransId="{702EF371-FB70-4384-8F39-DD8379AD5780}"/>
    <dgm:cxn modelId="{86C4D1DD-ECAC-490D-82FB-32C9CA3C36D4}" srcId="{90698949-E68B-435C-8C80-BE6DF8916380}" destId="{DCE98087-D0F0-4330-B274-387355E522D2}" srcOrd="1" destOrd="0" parTransId="{6A53A339-390E-4A20-A62D-0C51BBD78DFC}" sibTransId="{33C275B3-B214-47B0-B6DA-B142AD678446}"/>
    <dgm:cxn modelId="{1ABFD275-D37E-E94D-8DF2-1E755219B19C}" type="presParOf" srcId="{A27E784F-A829-4944-9563-850064C8F954}" destId="{8A4E6E6D-2A8C-144F-8898-1F98DAD5CF58}" srcOrd="0" destOrd="0" presId="urn:microsoft.com/office/officeart/2008/layout/LinedList"/>
    <dgm:cxn modelId="{0EAC4E2D-927F-524C-9A5C-281217864F03}" type="presParOf" srcId="{A27E784F-A829-4944-9563-850064C8F954}" destId="{D5180A56-5184-4448-83DC-07FAF80BC971}" srcOrd="1" destOrd="0" presId="urn:microsoft.com/office/officeart/2008/layout/LinedList"/>
    <dgm:cxn modelId="{4E668D28-490C-2245-B734-225E5B91E955}" type="presParOf" srcId="{D5180A56-5184-4448-83DC-07FAF80BC971}" destId="{3D7A074A-D5C3-914E-83C2-189A6CEC2B32}" srcOrd="0" destOrd="0" presId="urn:microsoft.com/office/officeart/2008/layout/LinedList"/>
    <dgm:cxn modelId="{9F69F19C-4595-674B-9125-978277F27A2D}" type="presParOf" srcId="{D5180A56-5184-4448-83DC-07FAF80BC971}" destId="{4D76D5D9-A9C6-6043-9DDB-2407E9F4DAFB}" srcOrd="1" destOrd="0" presId="urn:microsoft.com/office/officeart/2008/layout/LinedList"/>
    <dgm:cxn modelId="{C6CEB070-1996-834D-A55B-E7110F61D249}" type="presParOf" srcId="{A27E784F-A829-4944-9563-850064C8F954}" destId="{72A9A4D2-34E0-E24D-943E-6BED9A8CAF53}" srcOrd="2" destOrd="0" presId="urn:microsoft.com/office/officeart/2008/layout/LinedList"/>
    <dgm:cxn modelId="{D792E700-EA5A-0845-ABDB-AE9C3FD87628}" type="presParOf" srcId="{A27E784F-A829-4944-9563-850064C8F954}" destId="{F8506470-35A2-2A40-ADAB-D5CD2B975B14}" srcOrd="3" destOrd="0" presId="urn:microsoft.com/office/officeart/2008/layout/LinedList"/>
    <dgm:cxn modelId="{2B9A9315-32C7-654A-928D-BDAC281B0E6B}" type="presParOf" srcId="{F8506470-35A2-2A40-ADAB-D5CD2B975B14}" destId="{1E5FCA13-67FD-0242-8F66-C823A82FF244}" srcOrd="0" destOrd="0" presId="urn:microsoft.com/office/officeart/2008/layout/LinedList"/>
    <dgm:cxn modelId="{303E3DCB-309F-2845-AAEC-8BB0477351AD}" type="presParOf" srcId="{F8506470-35A2-2A40-ADAB-D5CD2B975B14}" destId="{41D0C113-7CFD-5B47-9289-EFF2174AE648}" srcOrd="1" destOrd="0" presId="urn:microsoft.com/office/officeart/2008/layout/LinedList"/>
    <dgm:cxn modelId="{B44A6572-D9D2-5243-9665-F451C82E76D0}" type="presParOf" srcId="{A27E784F-A829-4944-9563-850064C8F954}" destId="{1030B11C-3828-C642-9C12-C938F1157C49}" srcOrd="4" destOrd="0" presId="urn:microsoft.com/office/officeart/2008/layout/LinedList"/>
    <dgm:cxn modelId="{5D5B1D99-4860-EA48-8315-E3F22EB42A55}" type="presParOf" srcId="{A27E784F-A829-4944-9563-850064C8F954}" destId="{11CD1089-B334-1E44-B508-F2A52DAC68F8}" srcOrd="5" destOrd="0" presId="urn:microsoft.com/office/officeart/2008/layout/LinedList"/>
    <dgm:cxn modelId="{9A2D18CC-8880-9B43-AD88-B8A236B48BB8}" type="presParOf" srcId="{11CD1089-B334-1E44-B508-F2A52DAC68F8}" destId="{E3F7DB87-4449-8C4E-8168-DDB7DC205E56}" srcOrd="0" destOrd="0" presId="urn:microsoft.com/office/officeart/2008/layout/LinedList"/>
    <dgm:cxn modelId="{61177A99-17AD-C04B-AFB0-9BAE6747895C}" type="presParOf" srcId="{11CD1089-B334-1E44-B508-F2A52DAC68F8}" destId="{C18501FD-3FCE-5840-862E-1F0EF7431C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B6D62AF-854A-453B-B193-29B89E940175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4579FDCC-1E7B-4A7C-9B2B-C7588EF96079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ASU Data Privacy</a:t>
          </a:r>
          <a:endParaRPr lang="en-US" dirty="0"/>
        </a:p>
      </dgm:t>
    </dgm:pt>
    <dgm:pt modelId="{FB8459E6-6E88-4863-AF31-16D1FAEF0091}" type="parTrans" cxnId="{457E9EC3-4543-454B-B896-8B95C48A1661}">
      <dgm:prSet/>
      <dgm:spPr/>
      <dgm:t>
        <a:bodyPr/>
        <a:lstStyle/>
        <a:p>
          <a:endParaRPr lang="en-US"/>
        </a:p>
      </dgm:t>
    </dgm:pt>
    <dgm:pt modelId="{1653F770-1161-41FB-A871-B9323D69A133}" type="sibTrans" cxnId="{457E9EC3-4543-454B-B896-8B95C48A1661}">
      <dgm:prSet/>
      <dgm:spPr/>
      <dgm:t>
        <a:bodyPr/>
        <a:lstStyle/>
        <a:p>
          <a:endParaRPr lang="en-US"/>
        </a:p>
      </dgm:t>
    </dgm:pt>
    <dgm:pt modelId="{1842CBAC-19AA-42AA-BA5F-8F63C6E5E76C}">
      <dgm:prSet/>
      <dgm:spPr/>
      <dgm:t>
        <a:bodyPr/>
        <a:lstStyle/>
        <a:p>
          <a:r>
            <a:rPr lang="en-US" dirty="0"/>
            <a:t>How to Sign Up</a:t>
          </a:r>
        </a:p>
      </dgm:t>
    </dgm:pt>
    <dgm:pt modelId="{DAC7F5E1-BB13-42E3-A668-FD2D957FB98A}" type="parTrans" cxnId="{B2798C31-2EDB-4611-AC54-3F71DE938CC5}">
      <dgm:prSet/>
      <dgm:spPr/>
      <dgm:t>
        <a:bodyPr/>
        <a:lstStyle/>
        <a:p>
          <a:endParaRPr lang="en-US"/>
        </a:p>
      </dgm:t>
    </dgm:pt>
    <dgm:pt modelId="{5B1B1E9F-75AE-4188-B220-1026E6236EDE}" type="sibTrans" cxnId="{B2798C31-2EDB-4611-AC54-3F71DE938CC5}">
      <dgm:prSet/>
      <dgm:spPr/>
      <dgm:t>
        <a:bodyPr/>
        <a:lstStyle/>
        <a:p>
          <a:endParaRPr lang="en-US"/>
        </a:p>
      </dgm:t>
    </dgm:pt>
    <dgm:pt modelId="{DD392CCF-235F-4521-87EB-6DAA92452D91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ASU’s Data Classification Tool </a:t>
          </a:r>
          <a:endParaRPr lang="en-US"/>
        </a:p>
      </dgm:t>
    </dgm:pt>
    <dgm:pt modelId="{F5B543A2-E3BD-478C-ACEB-D340B4C4FC31}" type="parTrans" cxnId="{E3811223-E42A-4CCB-9ED3-91D8C08C57D8}">
      <dgm:prSet/>
      <dgm:spPr/>
      <dgm:t>
        <a:bodyPr/>
        <a:lstStyle/>
        <a:p>
          <a:endParaRPr lang="en-US"/>
        </a:p>
      </dgm:t>
    </dgm:pt>
    <dgm:pt modelId="{08E76185-25B5-4D66-BE89-73096DD29FC3}" type="sibTrans" cxnId="{E3811223-E42A-4CCB-9ED3-91D8C08C57D8}">
      <dgm:prSet/>
      <dgm:spPr/>
      <dgm:t>
        <a:bodyPr/>
        <a:lstStyle/>
        <a:p>
          <a:endParaRPr lang="en-US"/>
        </a:p>
      </dgm:t>
    </dgm:pt>
    <dgm:pt modelId="{791DC332-AE37-493A-BED7-B9A497615BC2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Request Additional Features </a:t>
          </a:r>
          <a:endParaRPr lang="en-US"/>
        </a:p>
      </dgm:t>
    </dgm:pt>
    <dgm:pt modelId="{68FBA9E4-BDFA-4967-B958-F53C75A2913F}" type="parTrans" cxnId="{17D76646-0857-493D-92F6-165A7C289F73}">
      <dgm:prSet/>
      <dgm:spPr/>
      <dgm:t>
        <a:bodyPr/>
        <a:lstStyle/>
        <a:p>
          <a:endParaRPr lang="en-US"/>
        </a:p>
      </dgm:t>
    </dgm:pt>
    <dgm:pt modelId="{7EBCAB1D-315C-4DA8-B353-06C553A7D043}" type="sibTrans" cxnId="{17D76646-0857-493D-92F6-165A7C289F73}">
      <dgm:prSet/>
      <dgm:spPr/>
      <dgm:t>
        <a:bodyPr/>
        <a:lstStyle/>
        <a:p>
          <a:endParaRPr lang="en-US"/>
        </a:p>
      </dgm:t>
    </dgm:pt>
    <dgm:pt modelId="{DBBA072F-E76C-3A4B-A6C7-AC3A9952289B}" type="pres">
      <dgm:prSet presAssocID="{BB6D62AF-854A-453B-B193-29B89E940175}" presName="vert0" presStyleCnt="0">
        <dgm:presLayoutVars>
          <dgm:dir/>
          <dgm:animOne val="branch"/>
          <dgm:animLvl val="lvl"/>
        </dgm:presLayoutVars>
      </dgm:prSet>
      <dgm:spPr/>
    </dgm:pt>
    <dgm:pt modelId="{66957893-7120-F942-A935-2E54A86ADA83}" type="pres">
      <dgm:prSet presAssocID="{4579FDCC-1E7B-4A7C-9B2B-C7588EF96079}" presName="thickLine" presStyleLbl="alignNode1" presStyleIdx="0" presStyleCnt="4"/>
      <dgm:spPr/>
    </dgm:pt>
    <dgm:pt modelId="{8E7F6BEB-165A-BE41-8BD6-FD9333B93081}" type="pres">
      <dgm:prSet presAssocID="{4579FDCC-1E7B-4A7C-9B2B-C7588EF96079}" presName="horz1" presStyleCnt="0"/>
      <dgm:spPr/>
    </dgm:pt>
    <dgm:pt modelId="{89C0F52C-C99C-DA4E-9AB0-9048E59DE4D1}" type="pres">
      <dgm:prSet presAssocID="{4579FDCC-1E7B-4A7C-9B2B-C7588EF96079}" presName="tx1" presStyleLbl="revTx" presStyleIdx="0" presStyleCnt="4"/>
      <dgm:spPr/>
    </dgm:pt>
    <dgm:pt modelId="{98F22304-FF8D-9245-867C-29EB6F1F3A83}" type="pres">
      <dgm:prSet presAssocID="{4579FDCC-1E7B-4A7C-9B2B-C7588EF96079}" presName="vert1" presStyleCnt="0"/>
      <dgm:spPr/>
    </dgm:pt>
    <dgm:pt modelId="{CA4953D3-8FAB-0E40-8243-9C6D6912D74A}" type="pres">
      <dgm:prSet presAssocID="{1842CBAC-19AA-42AA-BA5F-8F63C6E5E76C}" presName="thickLine" presStyleLbl="alignNode1" presStyleIdx="1" presStyleCnt="4"/>
      <dgm:spPr/>
    </dgm:pt>
    <dgm:pt modelId="{082157C5-E367-334F-AB85-F7F1EE14734F}" type="pres">
      <dgm:prSet presAssocID="{1842CBAC-19AA-42AA-BA5F-8F63C6E5E76C}" presName="horz1" presStyleCnt="0"/>
      <dgm:spPr/>
    </dgm:pt>
    <dgm:pt modelId="{F02DBEDA-808E-E046-A7E0-61AD4E57EA5E}" type="pres">
      <dgm:prSet presAssocID="{1842CBAC-19AA-42AA-BA5F-8F63C6E5E76C}" presName="tx1" presStyleLbl="revTx" presStyleIdx="1" presStyleCnt="4"/>
      <dgm:spPr/>
    </dgm:pt>
    <dgm:pt modelId="{9257E8F4-F86A-7E45-8A00-FACFBBDEDE7D}" type="pres">
      <dgm:prSet presAssocID="{1842CBAC-19AA-42AA-BA5F-8F63C6E5E76C}" presName="vert1" presStyleCnt="0"/>
      <dgm:spPr/>
    </dgm:pt>
    <dgm:pt modelId="{8CEBFF4B-6CDF-B048-9618-0838A334489F}" type="pres">
      <dgm:prSet presAssocID="{DD392CCF-235F-4521-87EB-6DAA92452D91}" presName="thickLine" presStyleLbl="alignNode1" presStyleIdx="2" presStyleCnt="4"/>
      <dgm:spPr/>
    </dgm:pt>
    <dgm:pt modelId="{27E7C6FE-EE71-034A-8C2D-146A8CD8BE88}" type="pres">
      <dgm:prSet presAssocID="{DD392CCF-235F-4521-87EB-6DAA92452D91}" presName="horz1" presStyleCnt="0"/>
      <dgm:spPr/>
    </dgm:pt>
    <dgm:pt modelId="{D41D41B0-FC45-C34E-9BB1-4F43FEEA9E62}" type="pres">
      <dgm:prSet presAssocID="{DD392CCF-235F-4521-87EB-6DAA92452D91}" presName="tx1" presStyleLbl="revTx" presStyleIdx="2" presStyleCnt="4"/>
      <dgm:spPr/>
    </dgm:pt>
    <dgm:pt modelId="{F55BEE7B-7C39-2E4A-80E5-BEB1D03C317F}" type="pres">
      <dgm:prSet presAssocID="{DD392CCF-235F-4521-87EB-6DAA92452D91}" presName="vert1" presStyleCnt="0"/>
      <dgm:spPr/>
    </dgm:pt>
    <dgm:pt modelId="{6613F3B7-E7DF-D743-AFC6-666639BE3658}" type="pres">
      <dgm:prSet presAssocID="{791DC332-AE37-493A-BED7-B9A497615BC2}" presName="thickLine" presStyleLbl="alignNode1" presStyleIdx="3" presStyleCnt="4"/>
      <dgm:spPr/>
    </dgm:pt>
    <dgm:pt modelId="{CDC3CD8B-09F2-334B-A785-D1680F2B264C}" type="pres">
      <dgm:prSet presAssocID="{791DC332-AE37-493A-BED7-B9A497615BC2}" presName="horz1" presStyleCnt="0"/>
      <dgm:spPr/>
    </dgm:pt>
    <dgm:pt modelId="{23A51A0A-8A46-E542-833B-6FFAF3A3D81A}" type="pres">
      <dgm:prSet presAssocID="{791DC332-AE37-493A-BED7-B9A497615BC2}" presName="tx1" presStyleLbl="revTx" presStyleIdx="3" presStyleCnt="4"/>
      <dgm:spPr/>
    </dgm:pt>
    <dgm:pt modelId="{7AA27ED4-D2E0-A94C-AEF4-47390CEB2864}" type="pres">
      <dgm:prSet presAssocID="{791DC332-AE37-493A-BED7-B9A497615BC2}" presName="vert1" presStyleCnt="0"/>
      <dgm:spPr/>
    </dgm:pt>
  </dgm:ptLst>
  <dgm:cxnLst>
    <dgm:cxn modelId="{AEC35116-D432-2649-A00C-997660F49604}" type="presOf" srcId="{DD392CCF-235F-4521-87EB-6DAA92452D91}" destId="{D41D41B0-FC45-C34E-9BB1-4F43FEEA9E62}" srcOrd="0" destOrd="0" presId="urn:microsoft.com/office/officeart/2008/layout/LinedList"/>
    <dgm:cxn modelId="{E3811223-E42A-4CCB-9ED3-91D8C08C57D8}" srcId="{BB6D62AF-854A-453B-B193-29B89E940175}" destId="{DD392CCF-235F-4521-87EB-6DAA92452D91}" srcOrd="2" destOrd="0" parTransId="{F5B543A2-E3BD-478C-ACEB-D340B4C4FC31}" sibTransId="{08E76185-25B5-4D66-BE89-73096DD29FC3}"/>
    <dgm:cxn modelId="{B2798C31-2EDB-4611-AC54-3F71DE938CC5}" srcId="{BB6D62AF-854A-453B-B193-29B89E940175}" destId="{1842CBAC-19AA-42AA-BA5F-8F63C6E5E76C}" srcOrd="1" destOrd="0" parTransId="{DAC7F5E1-BB13-42E3-A668-FD2D957FB98A}" sibTransId="{5B1B1E9F-75AE-4188-B220-1026E6236EDE}"/>
    <dgm:cxn modelId="{B8747540-439E-D149-8A02-22A0F4A162F0}" type="presOf" srcId="{1842CBAC-19AA-42AA-BA5F-8F63C6E5E76C}" destId="{F02DBEDA-808E-E046-A7E0-61AD4E57EA5E}" srcOrd="0" destOrd="0" presId="urn:microsoft.com/office/officeart/2008/layout/LinedList"/>
    <dgm:cxn modelId="{17D76646-0857-493D-92F6-165A7C289F73}" srcId="{BB6D62AF-854A-453B-B193-29B89E940175}" destId="{791DC332-AE37-493A-BED7-B9A497615BC2}" srcOrd="3" destOrd="0" parTransId="{68FBA9E4-BDFA-4967-B958-F53C75A2913F}" sibTransId="{7EBCAB1D-315C-4DA8-B353-06C553A7D043}"/>
    <dgm:cxn modelId="{F4BB728C-7390-5749-BAF0-5BE336DD0811}" type="presOf" srcId="{BB6D62AF-854A-453B-B193-29B89E940175}" destId="{DBBA072F-E76C-3A4B-A6C7-AC3A9952289B}" srcOrd="0" destOrd="0" presId="urn:microsoft.com/office/officeart/2008/layout/LinedList"/>
    <dgm:cxn modelId="{9264BDBF-E2AD-854E-ABA7-462ADE373236}" type="presOf" srcId="{4579FDCC-1E7B-4A7C-9B2B-C7588EF96079}" destId="{89C0F52C-C99C-DA4E-9AB0-9048E59DE4D1}" srcOrd="0" destOrd="0" presId="urn:microsoft.com/office/officeart/2008/layout/LinedList"/>
    <dgm:cxn modelId="{457E9EC3-4543-454B-B896-8B95C48A1661}" srcId="{BB6D62AF-854A-453B-B193-29B89E940175}" destId="{4579FDCC-1E7B-4A7C-9B2B-C7588EF96079}" srcOrd="0" destOrd="0" parTransId="{FB8459E6-6E88-4863-AF31-16D1FAEF0091}" sibTransId="{1653F770-1161-41FB-A871-B9323D69A133}"/>
    <dgm:cxn modelId="{4CBA82E6-C5CF-214F-A61B-2EB7900E43B0}" type="presOf" srcId="{791DC332-AE37-493A-BED7-B9A497615BC2}" destId="{23A51A0A-8A46-E542-833B-6FFAF3A3D81A}" srcOrd="0" destOrd="0" presId="urn:microsoft.com/office/officeart/2008/layout/LinedList"/>
    <dgm:cxn modelId="{6E987C06-4CF5-9A49-8EB0-1D244911B634}" type="presParOf" srcId="{DBBA072F-E76C-3A4B-A6C7-AC3A9952289B}" destId="{66957893-7120-F942-A935-2E54A86ADA83}" srcOrd="0" destOrd="0" presId="urn:microsoft.com/office/officeart/2008/layout/LinedList"/>
    <dgm:cxn modelId="{9D0B8566-E147-1344-9BAC-B6410EE42D00}" type="presParOf" srcId="{DBBA072F-E76C-3A4B-A6C7-AC3A9952289B}" destId="{8E7F6BEB-165A-BE41-8BD6-FD9333B93081}" srcOrd="1" destOrd="0" presId="urn:microsoft.com/office/officeart/2008/layout/LinedList"/>
    <dgm:cxn modelId="{AD893E27-0EA8-D345-8C4A-4E5B2C0CA5BF}" type="presParOf" srcId="{8E7F6BEB-165A-BE41-8BD6-FD9333B93081}" destId="{89C0F52C-C99C-DA4E-9AB0-9048E59DE4D1}" srcOrd="0" destOrd="0" presId="urn:microsoft.com/office/officeart/2008/layout/LinedList"/>
    <dgm:cxn modelId="{14E898CD-6E03-5945-8CA6-874250FDC965}" type="presParOf" srcId="{8E7F6BEB-165A-BE41-8BD6-FD9333B93081}" destId="{98F22304-FF8D-9245-867C-29EB6F1F3A83}" srcOrd="1" destOrd="0" presId="urn:microsoft.com/office/officeart/2008/layout/LinedList"/>
    <dgm:cxn modelId="{529B187B-BDFC-8D4B-A22A-2F7F25B89DB1}" type="presParOf" srcId="{DBBA072F-E76C-3A4B-A6C7-AC3A9952289B}" destId="{CA4953D3-8FAB-0E40-8243-9C6D6912D74A}" srcOrd="2" destOrd="0" presId="urn:microsoft.com/office/officeart/2008/layout/LinedList"/>
    <dgm:cxn modelId="{00C3046D-F1A6-6C47-A2D6-35ACF54D4C28}" type="presParOf" srcId="{DBBA072F-E76C-3A4B-A6C7-AC3A9952289B}" destId="{082157C5-E367-334F-AB85-F7F1EE14734F}" srcOrd="3" destOrd="0" presId="urn:microsoft.com/office/officeart/2008/layout/LinedList"/>
    <dgm:cxn modelId="{E958BB91-A5E0-354F-8471-2F8A734F3AB6}" type="presParOf" srcId="{082157C5-E367-334F-AB85-F7F1EE14734F}" destId="{F02DBEDA-808E-E046-A7E0-61AD4E57EA5E}" srcOrd="0" destOrd="0" presId="urn:microsoft.com/office/officeart/2008/layout/LinedList"/>
    <dgm:cxn modelId="{26AE5627-5893-A545-BAD4-2061333F0B6E}" type="presParOf" srcId="{082157C5-E367-334F-AB85-F7F1EE14734F}" destId="{9257E8F4-F86A-7E45-8A00-FACFBBDEDE7D}" srcOrd="1" destOrd="0" presId="urn:microsoft.com/office/officeart/2008/layout/LinedList"/>
    <dgm:cxn modelId="{E156C67A-5352-784A-9A58-EE556EB201D1}" type="presParOf" srcId="{DBBA072F-E76C-3A4B-A6C7-AC3A9952289B}" destId="{8CEBFF4B-6CDF-B048-9618-0838A334489F}" srcOrd="4" destOrd="0" presId="urn:microsoft.com/office/officeart/2008/layout/LinedList"/>
    <dgm:cxn modelId="{DC26C0DF-0B6E-6F40-88FB-955C9BE286AE}" type="presParOf" srcId="{DBBA072F-E76C-3A4B-A6C7-AC3A9952289B}" destId="{27E7C6FE-EE71-034A-8C2D-146A8CD8BE88}" srcOrd="5" destOrd="0" presId="urn:microsoft.com/office/officeart/2008/layout/LinedList"/>
    <dgm:cxn modelId="{FFE2D26B-206E-494F-9BAA-DD381A0665D0}" type="presParOf" srcId="{27E7C6FE-EE71-034A-8C2D-146A8CD8BE88}" destId="{D41D41B0-FC45-C34E-9BB1-4F43FEEA9E62}" srcOrd="0" destOrd="0" presId="urn:microsoft.com/office/officeart/2008/layout/LinedList"/>
    <dgm:cxn modelId="{F488B48D-428D-B644-A2EB-851D07288283}" type="presParOf" srcId="{27E7C6FE-EE71-034A-8C2D-146A8CD8BE88}" destId="{F55BEE7B-7C39-2E4A-80E5-BEB1D03C317F}" srcOrd="1" destOrd="0" presId="urn:microsoft.com/office/officeart/2008/layout/LinedList"/>
    <dgm:cxn modelId="{7C8B2C5A-46A9-9D4A-BE12-2B914F53662B}" type="presParOf" srcId="{DBBA072F-E76C-3A4B-A6C7-AC3A9952289B}" destId="{6613F3B7-E7DF-D743-AFC6-666639BE3658}" srcOrd="6" destOrd="0" presId="urn:microsoft.com/office/officeart/2008/layout/LinedList"/>
    <dgm:cxn modelId="{448EAA39-289C-9D4E-BB66-64A97BC2C48C}" type="presParOf" srcId="{DBBA072F-E76C-3A4B-A6C7-AC3A9952289B}" destId="{CDC3CD8B-09F2-334B-A785-D1680F2B264C}" srcOrd="7" destOrd="0" presId="urn:microsoft.com/office/officeart/2008/layout/LinedList"/>
    <dgm:cxn modelId="{9606F019-4057-1D4C-8B08-3004B5CB2AB3}" type="presParOf" srcId="{CDC3CD8B-09F2-334B-A785-D1680F2B264C}" destId="{23A51A0A-8A46-E542-833B-6FFAF3A3D81A}" srcOrd="0" destOrd="0" presId="urn:microsoft.com/office/officeart/2008/layout/LinedList"/>
    <dgm:cxn modelId="{B262525A-F32D-C048-8EE6-174989003557}" type="presParOf" srcId="{CDC3CD8B-09F2-334B-A785-D1680F2B264C}" destId="{7AA27ED4-D2E0-A94C-AEF4-47390CEB286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7D6892-AE7B-4E43-BE72-2E62BC404FB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ADA122-3E65-7545-A3E0-1F02D9119428}">
      <dsp:nvSpPr>
        <dsp:cNvPr id="0" name=""/>
        <dsp:cNvSpPr/>
      </dsp:nvSpPr>
      <dsp:spPr>
        <a:xfrm rot="8100000">
          <a:off x="76281" y="501406"/>
          <a:ext cx="319993" cy="319993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3DB2D9-204A-754F-91EC-1F7F093FF397}">
      <dsp:nvSpPr>
        <dsp:cNvPr id="0" name=""/>
        <dsp:cNvSpPr/>
      </dsp:nvSpPr>
      <dsp:spPr>
        <a:xfrm>
          <a:off x="111830" y="536955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29FAEA-0724-1B40-9823-0C85835277DC}">
      <dsp:nvSpPr>
        <dsp:cNvPr id="0" name=""/>
        <dsp:cNvSpPr/>
      </dsp:nvSpPr>
      <dsp:spPr>
        <a:xfrm>
          <a:off x="462548" y="887672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Introduction, Prompt Engineering</a:t>
          </a:r>
        </a:p>
      </dsp:txBody>
      <dsp:txXfrm>
        <a:off x="462548" y="887672"/>
        <a:ext cx="4364117" cy="1287996"/>
      </dsp:txXfrm>
    </dsp:sp>
    <dsp:sp modelId="{5C14A49B-366C-4649-B475-FC1C3BE773A3}">
      <dsp:nvSpPr>
        <dsp:cNvPr id="0" name=""/>
        <dsp:cNvSpPr/>
      </dsp:nvSpPr>
      <dsp:spPr>
        <a:xfrm>
          <a:off x="462548" y="435133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15 Oct.</a:t>
          </a:r>
        </a:p>
      </dsp:txBody>
      <dsp:txXfrm>
        <a:off x="462548" y="435133"/>
        <a:ext cx="4364117" cy="452539"/>
      </dsp:txXfrm>
    </dsp:sp>
    <dsp:sp modelId="{CF542369-E554-8246-B11E-E21B69FAE763}">
      <dsp:nvSpPr>
        <dsp:cNvPr id="0" name=""/>
        <dsp:cNvSpPr/>
      </dsp:nvSpPr>
      <dsp:spPr>
        <a:xfrm>
          <a:off x="236278" y="887672"/>
          <a:ext cx="0" cy="1287996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E87340-3E19-CE44-8FBB-D0352BEB545B}">
      <dsp:nvSpPr>
        <dsp:cNvPr id="0" name=""/>
        <dsp:cNvSpPr/>
      </dsp:nvSpPr>
      <dsp:spPr>
        <a:xfrm>
          <a:off x="194677" y="2134940"/>
          <a:ext cx="81457" cy="8145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D543DE-49F2-AE4B-9505-AD0AE9489647}">
      <dsp:nvSpPr>
        <dsp:cNvPr id="0" name=""/>
        <dsp:cNvSpPr/>
      </dsp:nvSpPr>
      <dsp:spPr>
        <a:xfrm rot="18900000">
          <a:off x="2695086" y="3529937"/>
          <a:ext cx="319993" cy="319993"/>
        </a:xfrm>
        <a:prstGeom prst="teardrop">
          <a:avLst>
            <a:gd name="adj" fmla="val 115000"/>
          </a:avLst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1905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C7B837-1045-E74B-9EAB-F8CF3D726D2A}">
      <dsp:nvSpPr>
        <dsp:cNvPr id="0" name=""/>
        <dsp:cNvSpPr/>
      </dsp:nvSpPr>
      <dsp:spPr>
        <a:xfrm>
          <a:off x="2730634" y="3565486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D8FA0B-9048-4140-A617-ED2A9F433FE3}">
      <dsp:nvSpPr>
        <dsp:cNvPr id="0" name=""/>
        <dsp:cNvSpPr/>
      </dsp:nvSpPr>
      <dsp:spPr>
        <a:xfrm>
          <a:off x="3081352" y="2175669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LLMs for Scientific Discovery, Reasoning Models</a:t>
          </a:r>
        </a:p>
      </dsp:txBody>
      <dsp:txXfrm>
        <a:off x="3081352" y="2175669"/>
        <a:ext cx="4364117" cy="1287996"/>
      </dsp:txXfrm>
    </dsp:sp>
    <dsp:sp modelId="{1B55CB9B-FF0A-754F-8EC2-582EA88EFDD3}">
      <dsp:nvSpPr>
        <dsp:cNvPr id="0" name=""/>
        <dsp:cNvSpPr/>
      </dsp:nvSpPr>
      <dsp:spPr>
        <a:xfrm>
          <a:off x="3081352" y="3463665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22 Oct.</a:t>
          </a:r>
        </a:p>
      </dsp:txBody>
      <dsp:txXfrm>
        <a:off x="3081352" y="3463665"/>
        <a:ext cx="4364117" cy="452539"/>
      </dsp:txXfrm>
    </dsp:sp>
    <dsp:sp modelId="{96FDB1F9-74A8-E241-BABC-7B321958117B}">
      <dsp:nvSpPr>
        <dsp:cNvPr id="0" name=""/>
        <dsp:cNvSpPr/>
      </dsp:nvSpPr>
      <dsp:spPr>
        <a:xfrm>
          <a:off x="2855082" y="2175669"/>
          <a:ext cx="0" cy="1287996"/>
        </a:xfrm>
        <a:prstGeom prst="line">
          <a:avLst/>
        </a:prstGeom>
        <a:noFill/>
        <a:ln w="12700" cap="flat" cmpd="sng" algn="ctr">
          <a:solidFill>
            <a:schemeClr val="accent2">
              <a:hueOff val="3221806"/>
              <a:satOff val="-9246"/>
              <a:lumOff val="-1480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2E6FC0-3A3F-DC4D-9F59-FC7C22E8E2A4}">
      <dsp:nvSpPr>
        <dsp:cNvPr id="0" name=""/>
        <dsp:cNvSpPr/>
      </dsp:nvSpPr>
      <dsp:spPr>
        <a:xfrm>
          <a:off x="2813481" y="2134940"/>
          <a:ext cx="81457" cy="81457"/>
        </a:xfrm>
        <a:prstGeom prst="ellipse">
          <a:avLst/>
        </a:prstGeom>
        <a:solidFill>
          <a:schemeClr val="accent2">
            <a:hueOff val="3221806"/>
            <a:satOff val="-9246"/>
            <a:lumOff val="-1480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D634F6-5797-3C47-987F-747199FA1A47}">
      <dsp:nvSpPr>
        <dsp:cNvPr id="0" name=""/>
        <dsp:cNvSpPr/>
      </dsp:nvSpPr>
      <dsp:spPr>
        <a:xfrm rot="8100000">
          <a:off x="5313890" y="501406"/>
          <a:ext cx="319993" cy="319993"/>
        </a:xfrm>
        <a:prstGeom prst="teardrop">
          <a:avLst>
            <a:gd name="adj" fmla="val 115000"/>
          </a:avLst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DFC2F-7D25-5F4F-9751-2B20950B7803}">
      <dsp:nvSpPr>
        <dsp:cNvPr id="0" name=""/>
        <dsp:cNvSpPr/>
      </dsp:nvSpPr>
      <dsp:spPr>
        <a:xfrm>
          <a:off x="5349438" y="536955"/>
          <a:ext cx="248896" cy="248896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C97EBE-EF0E-C94C-BB35-9F2E5080DC84}">
      <dsp:nvSpPr>
        <dsp:cNvPr id="0" name=""/>
        <dsp:cNvSpPr/>
      </dsp:nvSpPr>
      <dsp:spPr>
        <a:xfrm>
          <a:off x="5700156" y="887672"/>
          <a:ext cx="4364117" cy="12879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LLMs for Qualitative Research</a:t>
          </a:r>
        </a:p>
      </dsp:txBody>
      <dsp:txXfrm>
        <a:off x="5700156" y="887672"/>
        <a:ext cx="4364117" cy="1287996"/>
      </dsp:txXfrm>
    </dsp:sp>
    <dsp:sp modelId="{E53DA49A-8BBD-BC45-A18F-DFF7267FCE3F}">
      <dsp:nvSpPr>
        <dsp:cNvPr id="0" name=""/>
        <dsp:cNvSpPr/>
      </dsp:nvSpPr>
      <dsp:spPr>
        <a:xfrm>
          <a:off x="5700156" y="435133"/>
          <a:ext cx="4364117" cy="452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12 Nov.</a:t>
          </a:r>
        </a:p>
      </dsp:txBody>
      <dsp:txXfrm>
        <a:off x="5700156" y="435133"/>
        <a:ext cx="4364117" cy="452539"/>
      </dsp:txXfrm>
    </dsp:sp>
    <dsp:sp modelId="{1E049384-EE04-4049-B2FB-F5043752C467}">
      <dsp:nvSpPr>
        <dsp:cNvPr id="0" name=""/>
        <dsp:cNvSpPr/>
      </dsp:nvSpPr>
      <dsp:spPr>
        <a:xfrm>
          <a:off x="5473887" y="887672"/>
          <a:ext cx="0" cy="1287996"/>
        </a:xfrm>
        <a:prstGeom prst="line">
          <a:avLst/>
        </a:prstGeom>
        <a:noFill/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4E508B-597B-6E47-883C-907D859C2FBD}">
      <dsp:nvSpPr>
        <dsp:cNvPr id="0" name=""/>
        <dsp:cNvSpPr/>
      </dsp:nvSpPr>
      <dsp:spPr>
        <a:xfrm>
          <a:off x="5432285" y="2134940"/>
          <a:ext cx="81457" cy="81457"/>
        </a:xfrm>
        <a:prstGeom prst="ellipse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F68E93-0E72-8147-AA93-139F238C9CF0}">
      <dsp:nvSpPr>
        <dsp:cNvPr id="0" name=""/>
        <dsp:cNvSpPr/>
      </dsp:nvSpPr>
      <dsp:spPr>
        <a:xfrm>
          <a:off x="2018" y="741801"/>
          <a:ext cx="4304713" cy="258282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First Review Options to Leverage LLMs</a:t>
          </a:r>
        </a:p>
      </dsp:txBody>
      <dsp:txXfrm>
        <a:off x="77666" y="817449"/>
        <a:ext cx="4153417" cy="2431532"/>
      </dsp:txXfrm>
    </dsp:sp>
    <dsp:sp modelId="{101500F0-5785-D746-8B80-01B72D2EFB8A}">
      <dsp:nvSpPr>
        <dsp:cNvPr id="0" name=""/>
        <dsp:cNvSpPr/>
      </dsp:nvSpPr>
      <dsp:spPr>
        <a:xfrm>
          <a:off x="4685547" y="1499431"/>
          <a:ext cx="912599" cy="10675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4685547" y="1712945"/>
        <a:ext cx="638819" cy="640540"/>
      </dsp:txXfrm>
    </dsp:sp>
    <dsp:sp modelId="{7950133E-29C2-9746-9AB5-DC0119DF84CF}">
      <dsp:nvSpPr>
        <dsp:cNvPr id="0" name=""/>
        <dsp:cNvSpPr/>
      </dsp:nvSpPr>
      <dsp:spPr>
        <a:xfrm>
          <a:off x="6028617" y="741801"/>
          <a:ext cx="4304713" cy="258282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Explore AI tools provided by ASU </a:t>
          </a:r>
        </a:p>
      </dsp:txBody>
      <dsp:txXfrm>
        <a:off x="6104265" y="817449"/>
        <a:ext cx="4153417" cy="24315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4E6E6D-2A8C-144F-8898-1F98DAD5CF58}">
      <dsp:nvSpPr>
        <dsp:cNvPr id="0" name=""/>
        <dsp:cNvSpPr/>
      </dsp:nvSpPr>
      <dsp:spPr>
        <a:xfrm>
          <a:off x="0" y="224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7A074A-D5C3-914E-83C2-189A6CEC2B32}">
      <dsp:nvSpPr>
        <dsp:cNvPr id="0" name=""/>
        <dsp:cNvSpPr/>
      </dsp:nvSpPr>
      <dsp:spPr>
        <a:xfrm>
          <a:off x="0" y="2243"/>
          <a:ext cx="10653579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kern="1200" dirty="0" err="1">
              <a:hlinkClick xmlns:r="http://schemas.openxmlformats.org/officeDocument/2006/relationships" r:id="rId1"/>
            </a:rPr>
            <a:t>CreateAI</a:t>
          </a:r>
          <a:r>
            <a:rPr lang="en-US" sz="6000" kern="1200" dirty="0">
              <a:hlinkClick xmlns:r="http://schemas.openxmlformats.org/officeDocument/2006/relationships" r:id="rId1"/>
            </a:rPr>
            <a:t> Builder</a:t>
          </a:r>
          <a:endParaRPr lang="en-US" sz="6000" kern="1200" dirty="0"/>
        </a:p>
      </dsp:txBody>
      <dsp:txXfrm>
        <a:off x="0" y="2243"/>
        <a:ext cx="10653579" cy="1529780"/>
      </dsp:txXfrm>
    </dsp:sp>
    <dsp:sp modelId="{72A9A4D2-34E0-E24D-943E-6BED9A8CAF53}">
      <dsp:nvSpPr>
        <dsp:cNvPr id="0" name=""/>
        <dsp:cNvSpPr/>
      </dsp:nvSpPr>
      <dsp:spPr>
        <a:xfrm>
          <a:off x="0" y="1532023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5FCA13-67FD-0242-8F66-C823A82FF244}">
      <dsp:nvSpPr>
        <dsp:cNvPr id="0" name=""/>
        <dsp:cNvSpPr/>
      </dsp:nvSpPr>
      <dsp:spPr>
        <a:xfrm>
          <a:off x="0" y="1532023"/>
          <a:ext cx="10653579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0" kern="1200" dirty="0"/>
            <a:t>ChatGPT Edu</a:t>
          </a:r>
        </a:p>
      </dsp:txBody>
      <dsp:txXfrm>
        <a:off x="0" y="1532023"/>
        <a:ext cx="10653579" cy="1529780"/>
      </dsp:txXfrm>
    </dsp:sp>
    <dsp:sp modelId="{1030B11C-3828-C642-9C12-C938F1157C49}">
      <dsp:nvSpPr>
        <dsp:cNvPr id="0" name=""/>
        <dsp:cNvSpPr/>
      </dsp:nvSpPr>
      <dsp:spPr>
        <a:xfrm>
          <a:off x="0" y="3061804"/>
          <a:ext cx="1065357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7DB87-4449-8C4E-8168-DDB7DC205E56}">
      <dsp:nvSpPr>
        <dsp:cNvPr id="0" name=""/>
        <dsp:cNvSpPr/>
      </dsp:nvSpPr>
      <dsp:spPr>
        <a:xfrm>
          <a:off x="0" y="3061804"/>
          <a:ext cx="10653579" cy="1529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t" anchorCtr="0">
          <a:noAutofit/>
        </a:bodyPr>
        <a:lstStyle/>
        <a:p>
          <a:pPr marL="0" lvl="0" indent="0" algn="l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0" kern="1200" dirty="0"/>
            <a:t>Google Gemini for Education</a:t>
          </a:r>
        </a:p>
      </dsp:txBody>
      <dsp:txXfrm>
        <a:off x="0" y="3061804"/>
        <a:ext cx="10653579" cy="15297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957893-7120-F942-A935-2E54A86ADA83}">
      <dsp:nvSpPr>
        <dsp:cNvPr id="0" name=""/>
        <dsp:cNvSpPr/>
      </dsp:nvSpPr>
      <dsp:spPr>
        <a:xfrm>
          <a:off x="0" y="0"/>
          <a:ext cx="1033535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C0F52C-C99C-DA4E-9AB0-9048E59DE4D1}">
      <dsp:nvSpPr>
        <dsp:cNvPr id="0" name=""/>
        <dsp:cNvSpPr/>
      </dsp:nvSpPr>
      <dsp:spPr>
        <a:xfrm>
          <a:off x="0" y="0"/>
          <a:ext cx="10335350" cy="1016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>
              <a:hlinkClick xmlns:r="http://schemas.openxmlformats.org/officeDocument/2006/relationships" r:id="rId1"/>
            </a:rPr>
            <a:t>ASU Data Privacy</a:t>
          </a:r>
          <a:endParaRPr lang="en-US" sz="4700" kern="1200" dirty="0"/>
        </a:p>
      </dsp:txBody>
      <dsp:txXfrm>
        <a:off x="0" y="0"/>
        <a:ext cx="10335350" cy="1016607"/>
      </dsp:txXfrm>
    </dsp:sp>
    <dsp:sp modelId="{CA4953D3-8FAB-0E40-8243-9C6D6912D74A}">
      <dsp:nvSpPr>
        <dsp:cNvPr id="0" name=""/>
        <dsp:cNvSpPr/>
      </dsp:nvSpPr>
      <dsp:spPr>
        <a:xfrm>
          <a:off x="0" y="1016607"/>
          <a:ext cx="1033535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2DBEDA-808E-E046-A7E0-61AD4E57EA5E}">
      <dsp:nvSpPr>
        <dsp:cNvPr id="0" name=""/>
        <dsp:cNvSpPr/>
      </dsp:nvSpPr>
      <dsp:spPr>
        <a:xfrm>
          <a:off x="0" y="1016607"/>
          <a:ext cx="10335350" cy="1016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How to Sign Up</a:t>
          </a:r>
        </a:p>
      </dsp:txBody>
      <dsp:txXfrm>
        <a:off x="0" y="1016607"/>
        <a:ext cx="10335350" cy="1016607"/>
      </dsp:txXfrm>
    </dsp:sp>
    <dsp:sp modelId="{8CEBFF4B-6CDF-B048-9618-0838A334489F}">
      <dsp:nvSpPr>
        <dsp:cNvPr id="0" name=""/>
        <dsp:cNvSpPr/>
      </dsp:nvSpPr>
      <dsp:spPr>
        <a:xfrm>
          <a:off x="0" y="2033215"/>
          <a:ext cx="1033535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D41B0-FC45-C34E-9BB1-4F43FEEA9E62}">
      <dsp:nvSpPr>
        <dsp:cNvPr id="0" name=""/>
        <dsp:cNvSpPr/>
      </dsp:nvSpPr>
      <dsp:spPr>
        <a:xfrm>
          <a:off x="0" y="2033215"/>
          <a:ext cx="10335350" cy="1016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>
              <a:hlinkClick xmlns:r="http://schemas.openxmlformats.org/officeDocument/2006/relationships" r:id="rId2"/>
            </a:rPr>
            <a:t>ASU’s Data Classification Tool </a:t>
          </a:r>
          <a:endParaRPr lang="en-US" sz="4700" kern="1200"/>
        </a:p>
      </dsp:txBody>
      <dsp:txXfrm>
        <a:off x="0" y="2033215"/>
        <a:ext cx="10335350" cy="1016607"/>
      </dsp:txXfrm>
    </dsp:sp>
    <dsp:sp modelId="{6613F3B7-E7DF-D743-AFC6-666639BE3658}">
      <dsp:nvSpPr>
        <dsp:cNvPr id="0" name=""/>
        <dsp:cNvSpPr/>
      </dsp:nvSpPr>
      <dsp:spPr>
        <a:xfrm>
          <a:off x="0" y="3049823"/>
          <a:ext cx="1033535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A51A0A-8A46-E542-833B-6FFAF3A3D81A}">
      <dsp:nvSpPr>
        <dsp:cNvPr id="0" name=""/>
        <dsp:cNvSpPr/>
      </dsp:nvSpPr>
      <dsp:spPr>
        <a:xfrm>
          <a:off x="0" y="3049823"/>
          <a:ext cx="10335350" cy="10166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>
              <a:hlinkClick xmlns:r="http://schemas.openxmlformats.org/officeDocument/2006/relationships" r:id="rId3"/>
            </a:rPr>
            <a:t>Request Additional Features </a:t>
          </a:r>
          <a:endParaRPr lang="en-US" sz="4700" kern="1200"/>
        </a:p>
      </dsp:txBody>
      <dsp:txXfrm>
        <a:off x="0" y="3049823"/>
        <a:ext cx="10335350" cy="10166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D853D-BB5B-6E4B-9C84-29DF97F85A74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81627-D877-814A-96F7-65D2B6C9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86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8CB79DC-0735-F946-8EB8-FB99086A81E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6787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080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425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96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2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91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59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56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21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2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1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33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3889A-BBBB-7F22-CDD5-9C619F4B0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3661D8-F7BA-8735-CE13-974D2A55D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2DD80-689D-1A30-9997-4FA6E6FF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23D3F-292C-847B-962C-8290513FC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7C62A-1251-B58D-B2E3-685DE850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966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1148-F7FF-691F-CC06-BA9C73262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179E4-6536-1937-D81A-8204049C2D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D2EE2-64E5-88DE-9F74-F741360A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5CE8D-2696-6145-D50D-740D220CE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9A56F-6B6D-0A98-0701-CD2446449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16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09DC1-0CE2-EB6D-2454-52CA7096D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53F83-866C-80CD-2958-11FDC6AA6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BC4B7-25E1-CA79-6151-C86BE927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881A3-F17D-7FBB-FE5F-3F96ABB2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B1154-0C5F-2473-436E-6654D1ED7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4790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32E67-8D28-B17B-0D79-3675D886F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1F7AF-D346-0CA4-4625-A9523200B8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6C0C2-79D6-6DC5-0C50-CCB5D7504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5B49B-F7C9-0230-7E98-100390AB0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DE155-2652-5C51-4784-C05961F96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E5169-34B0-8EE9-FC4B-0A4B86B4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186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BBCF9-6619-4F25-BE07-4471CE7D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BD9C12-54EE-7455-12F4-3CAE0C61F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14909-C8AA-D5E0-C193-8C17658F4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DFD757-5563-86C4-E65A-B6AB575B5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8BE7CE-75FC-2547-D6BB-6CC8BD3BFD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122C84-45B8-6CF8-1533-156D3E043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09CC5B-55FC-8313-AA2C-18043F01B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3D4095-471F-11D4-D127-0CEECCD0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3281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CB321-4CA8-B87F-DCAB-9B2F62FA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ADD0F-736F-9C4D-DA56-668CD489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1910B5-54C3-C422-CC49-2ED04BB55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A56F1-9C92-B4A1-B513-84EB667E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9611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74B949-0CF2-3DD0-5BB0-4F05A3CA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FB6AA-75AA-59E5-3D0E-A5E8D110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F5A8C-ED2B-3288-FDAD-F5A8402A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067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88CCC-16CB-A301-1769-768A71C2F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DD72D-8277-8BDC-7595-C773B837F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6B456-2751-14A9-A844-B41F05E4E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2BE2B-4E24-6ECD-83F3-34C37D08D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3F0B75-944D-B022-52C5-3463D4D5B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B4C09-1459-4416-3C7B-3C14A2B6C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5313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53E8-50AA-517B-E282-450BF47BB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7F55D2-7F19-A3B2-CB34-776D7C444A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1F2B0-25A7-B807-970B-3C3B94F4A8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47153-06EB-87D5-992C-2EEB7E934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10A6BA-0AAE-1387-109D-A2D24C2EC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38249-80B8-80EE-1E7B-BC56A9384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133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3FA28-83D6-760E-BDFD-B7D042A0C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7B402-59D5-07B3-20BD-A60EA6F356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D658B-C279-1D7E-BC73-22D44300D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8104A9-6183-AF93-7B44-03A42A3A6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07DC4-2AA1-DE48-5023-38CF78F58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432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582B10-602D-7E6A-B6B5-B01748C325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E95705-D15B-C699-7A92-D38050D3F8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EDD5F-5F0C-BD3C-FE34-46B494977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BD81F-FAA7-2EFC-16B1-C15D21775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65AC7D-F28D-C07C-46A8-DA77928A9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88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27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3510FD-0371-FBE1-5CEE-9090414BF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2E8E0-9BC8-957D-6615-0E4D0ED91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BA904-C822-7782-1D23-24DA8159B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010537-D5FB-9543-90B7-4304C35FB108}" type="datetimeFigureOut">
              <a:rPr lang="en-US" smtClean="0"/>
              <a:t>10/26/25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70644-4738-250F-1BB0-60C71F1DB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284B7-23E3-15A6-BA78-3ECC926E9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EDFD0-A126-584F-AA64-10D76388F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948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latform.openai.com/settings/proj_VFFq3zn4arfJH4ja7IyAKBUl/api-keys" TargetMode="Externa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arxiv.org/pdf/2005.1140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ature.com/articles/s44401-024-00004-1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hyperlink" Target="https://ai.asu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hyperlink" Target="https://asu.service-now.com/sp?id=kb_article_view&amp;sysparm_article=KB0025455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9C590EBC-C6AC-FDEF-2880-1EA3A4AA58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91" t="31590"/>
          <a:stretch>
            <a:fillRect/>
          </a:stretch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A63AF-25EC-6DEF-AA2C-C89E95854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4553" y="3091928"/>
            <a:ext cx="9078562" cy="2387600"/>
          </a:xfrm>
        </p:spPr>
        <p:txBody>
          <a:bodyPr>
            <a:normAutofit/>
          </a:bodyPr>
          <a:lstStyle/>
          <a:p>
            <a:pPr algn="l"/>
            <a:r>
              <a:rPr lang="en-US" sz="4100" dirty="0">
                <a:solidFill>
                  <a:schemeClr val="bg1"/>
                </a:solidFill>
                <a:latin typeface="Georgia" panose="02040502050405020303" pitchFamily="18" charset="0"/>
              </a:rPr>
              <a:t>Open Lab Series on AI in Scientific Discovery and Academic Research: ASU Tools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886CE6E5-9A53-25AA-DC10-A0F88B61CB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Namig Abbasov, Data Science Analytics Unit, ASU Library</a:t>
            </a:r>
          </a:p>
        </p:txBody>
      </p:sp>
    </p:spTree>
    <p:extLst>
      <p:ext uri="{BB962C8B-B14F-4D97-AF65-F5344CB8AC3E}">
        <p14:creationId xmlns:p14="http://schemas.microsoft.com/office/powerpoint/2010/main" val="210066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96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93" name="Picture 92">
            <a:extLst>
              <a:ext uri="{FF2B5EF4-FFF2-40B4-BE49-F238E27FC236}">
                <a16:creationId xmlns:a16="http://schemas.microsoft.com/office/drawing/2014/main" id="{EF149A3A-F1B4-E8CE-864E-E0E512615FD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751" b="7980"/>
          <a:stretch>
            <a:fillRect/>
          </a:stretch>
        </p:blipFill>
        <p:spPr>
          <a:xfrm>
            <a:off x="0" y="231237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85785C6-FB5F-C390-140D-76961A1FD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latin typeface="Georgia" panose="02040502050405020303" pitchFamily="18" charset="0"/>
              </a:rPr>
              <a:t>Open Lab Series Schedule </a:t>
            </a:r>
          </a:p>
        </p:txBody>
      </p:sp>
      <p:graphicFrame>
        <p:nvGraphicFramePr>
          <p:cNvPr id="92" name="Content Placeholder 2">
            <a:extLst>
              <a:ext uri="{FF2B5EF4-FFF2-40B4-BE49-F238E27FC236}">
                <a16:creationId xmlns:a16="http://schemas.microsoft.com/office/drawing/2014/main" id="{02A73165-C643-382A-B479-4724CEAB2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6242408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88784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B12E9E-0882-B45B-2DE2-471784891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BC4CB1-3784-9522-B277-910BD45A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147" y="569627"/>
            <a:ext cx="7382605" cy="2859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Share in Chat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8B03F-A252-E10F-998B-9B2F3DA02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200" y="3788229"/>
            <a:ext cx="7825629" cy="230995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Which AI tools are you currently using, and which do you find most useful? Are there any general or specialized AI tools you’d like us to cover in future sessions?</a:t>
            </a:r>
          </a:p>
        </p:txBody>
      </p:sp>
    </p:spTree>
    <p:extLst>
      <p:ext uri="{BB962C8B-B14F-4D97-AF65-F5344CB8AC3E}">
        <p14:creationId xmlns:p14="http://schemas.microsoft.com/office/powerpoint/2010/main" val="4270814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88D045-054C-45FD-787F-5D3AF1F80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Outline 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DD5178-0ACB-C4BD-AB26-E0CD7D78D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2107159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723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69EFA-7B57-818E-BB4A-8D9C5E59A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2C1CA-0960-801C-B9D9-8C37487D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/>
              <a:t>How to Leverage AI Technologies</a:t>
            </a: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732AE-03B8-752F-1AA8-E08612BFE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Autofit/>
          </a:bodyPr>
          <a:lstStyle/>
          <a:p>
            <a:r>
              <a:rPr lang="en-US" sz="3000" u="sng" dirty="0">
                <a:latin typeface="Georgia" panose="02040502050405020303" pitchFamily="18" charset="0"/>
              </a:rPr>
              <a:t>As a user of SOTA models -  Prompt Engineering</a:t>
            </a:r>
          </a:p>
          <a:p>
            <a:r>
              <a:rPr lang="en-US" sz="3000" u="sng" dirty="0">
                <a:latin typeface="Georgia" panose="02040502050405020303" pitchFamily="18" charset="0"/>
                <a:hlinkClick r:id="rId2"/>
              </a:rPr>
              <a:t>Use API</a:t>
            </a:r>
            <a:endParaRPr lang="en-US" sz="3000" u="sng" dirty="0">
              <a:latin typeface="Georgia" panose="02040502050405020303" pitchFamily="18" charset="0"/>
            </a:endParaRPr>
          </a:p>
          <a:p>
            <a:r>
              <a:rPr lang="en-US" sz="3000" u="sng" dirty="0">
                <a:latin typeface="Georgia" panose="02040502050405020303" pitchFamily="18" charset="0"/>
              </a:rPr>
              <a:t>API + Retrieval Augmented Generation</a:t>
            </a:r>
          </a:p>
          <a:p>
            <a:r>
              <a:rPr lang="en-US" sz="3000" dirty="0">
                <a:latin typeface="Georgia" panose="02040502050405020303" pitchFamily="18" charset="0"/>
              </a:rPr>
              <a:t>Take Base Model Fine-Tuning Model</a:t>
            </a:r>
          </a:p>
          <a:p>
            <a:pPr lvl="1"/>
            <a:r>
              <a:rPr lang="en-US" sz="3000" dirty="0" err="1">
                <a:latin typeface="Georgia" panose="02040502050405020303" pitchFamily="18" charset="0"/>
              </a:rPr>
              <a:t>LoRA</a:t>
            </a:r>
            <a:endParaRPr lang="en-US" sz="3000" dirty="0">
              <a:latin typeface="Georgia" panose="02040502050405020303" pitchFamily="18" charset="0"/>
            </a:endParaRPr>
          </a:p>
          <a:p>
            <a:r>
              <a:rPr lang="en-US" sz="3000" dirty="0">
                <a:latin typeface="Georgia" panose="02040502050405020303" pitchFamily="18" charset="0"/>
              </a:rPr>
              <a:t>Develop your own model </a:t>
            </a:r>
          </a:p>
          <a:p>
            <a:endParaRPr lang="en-US" sz="3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746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DB98-3405-8234-D688-42F25AA19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230885"/>
            <a:ext cx="8728364" cy="7689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hlinkClick r:id="rId2"/>
              </a:rPr>
              <a:t>Retrieval Augmented Generation </a:t>
            </a:r>
            <a:endParaRPr lang="en-US" dirty="0"/>
          </a:p>
        </p:txBody>
      </p:sp>
      <p:pic>
        <p:nvPicPr>
          <p:cNvPr id="1026" name="Picture 2" descr="figure 1">
            <a:extLst>
              <a:ext uri="{FF2B5EF4-FFF2-40B4-BE49-F238E27FC236}">
                <a16:creationId xmlns:a16="http://schemas.microsoft.com/office/drawing/2014/main" id="{B0EFF677-1819-9DA0-87C1-B9BFA0AAAAE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2940" y="1143573"/>
            <a:ext cx="10858500" cy="5483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1CCF9A-351A-DA73-4E5E-8D0E8271FC58}"/>
              </a:ext>
            </a:extLst>
          </p:cNvPr>
          <p:cNvSpPr txBox="1"/>
          <p:nvPr/>
        </p:nvSpPr>
        <p:spPr>
          <a:xfrm>
            <a:off x="10013592" y="517728"/>
            <a:ext cx="1849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Yang et al.2025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053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0" name="Rectangle 2059">
            <a:extLst>
              <a:ext uri="{FF2B5EF4-FFF2-40B4-BE49-F238E27FC236}">
                <a16:creationId xmlns:a16="http://schemas.microsoft.com/office/drawing/2014/main" id="{5AB5C7EE-A919-646B-4F86-BACCBC52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35820-A1FA-BC13-2141-AD2FFB96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8642" y="1104181"/>
            <a:ext cx="3406543" cy="27797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/>
              <a:t>RAG vs Fine-Tuning vs Prompt Engineering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1ABAF0-3544-B5D8-D795-BBDC876AA56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95"/>
          <a:stretch>
            <a:fillRect/>
          </a:stretch>
        </p:blipFill>
        <p:spPr bwMode="auto">
          <a:xfrm>
            <a:off x="396814" y="1221693"/>
            <a:ext cx="7712015" cy="4414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08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D7A47-6ACA-66A8-1D6F-BB016EC0B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dirty="0">
                <a:hlinkClick r:id="rId2"/>
              </a:rPr>
              <a:t>Artificial Intelligence at ASU </a:t>
            </a:r>
            <a:endParaRPr lang="en-US" sz="6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08B834-5810-D440-787C-E2BD05DB1D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1697516"/>
              </p:ext>
            </p:extLst>
          </p:nvPr>
        </p:nvGraphicFramePr>
        <p:xfrm>
          <a:off x="612647" y="1715532"/>
          <a:ext cx="10653579" cy="4593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4867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072480-FAA1-CD90-97F0-38951C6B3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en-US" sz="6000" b="0" dirty="0">
                <a:latin typeface="Georgia" panose="02040502050405020303" pitchFamily="18" charset="0"/>
                <a:hlinkClick r:id="rId2"/>
              </a:rPr>
              <a:t>ASU ChatGPT Edu</a:t>
            </a:r>
            <a:endParaRPr lang="en-US" sz="6000" dirty="0">
              <a:latin typeface="Georgia" panose="02040502050405020303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BCEC42-4130-5BF0-6982-ACFE8A547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5740744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53777924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5014</TotalTime>
  <Words>176</Words>
  <Application>Microsoft Macintosh PowerPoint</Application>
  <PresentationFormat>Widescreen</PresentationFormat>
  <Paragraphs>34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Georgia</vt:lpstr>
      <vt:lpstr>Neue Haas Grotesk Text Pro</vt:lpstr>
      <vt:lpstr>VanillaVTI</vt:lpstr>
      <vt:lpstr>Office Theme</vt:lpstr>
      <vt:lpstr>Open Lab Series on AI in Scientific Discovery and Academic Research: ASU Tools</vt:lpstr>
      <vt:lpstr>Open Lab Series Schedule </vt:lpstr>
      <vt:lpstr>Share in Chat </vt:lpstr>
      <vt:lpstr>Outline </vt:lpstr>
      <vt:lpstr>How to Leverage AI Technologies</vt:lpstr>
      <vt:lpstr>Retrieval Augmented Generation </vt:lpstr>
      <vt:lpstr>RAG vs Fine-Tuning vs Prompt Engineering </vt:lpstr>
      <vt:lpstr>Artificial Intelligence at ASU </vt:lpstr>
      <vt:lpstr>ASU ChatGPT Edu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Namig Abbasov</dc:creator>
  <cp:lastModifiedBy>Namig Abbasov</cp:lastModifiedBy>
  <cp:revision>6</cp:revision>
  <dcterms:created xsi:type="dcterms:W3CDTF">2025-10-19T21:27:24Z</dcterms:created>
  <dcterms:modified xsi:type="dcterms:W3CDTF">2025-10-26T18:25:52Z</dcterms:modified>
</cp:coreProperties>
</file>